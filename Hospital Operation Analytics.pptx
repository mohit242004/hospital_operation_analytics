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003" r:id="rId1"/>
  </p:sldMasterIdLst>
  <p:notesMasterIdLst>
    <p:notesMasterId r:id="rId23"/>
  </p:notesMasterIdLst>
  <p:sldIdLst>
    <p:sldId id="286" r:id="rId2"/>
    <p:sldId id="260" r:id="rId3"/>
    <p:sldId id="302" r:id="rId4"/>
    <p:sldId id="292" r:id="rId5"/>
    <p:sldId id="294" r:id="rId6"/>
    <p:sldId id="287" r:id="rId7"/>
    <p:sldId id="305" r:id="rId8"/>
    <p:sldId id="306" r:id="rId9"/>
    <p:sldId id="295" r:id="rId10"/>
    <p:sldId id="304" r:id="rId11"/>
    <p:sldId id="296" r:id="rId12"/>
    <p:sldId id="271" r:id="rId13"/>
    <p:sldId id="289" r:id="rId14"/>
    <p:sldId id="297" r:id="rId15"/>
    <p:sldId id="272" r:id="rId16"/>
    <p:sldId id="273" r:id="rId17"/>
    <p:sldId id="298" r:id="rId18"/>
    <p:sldId id="303" r:id="rId19"/>
    <p:sldId id="301" r:id="rId20"/>
    <p:sldId id="300" r:id="rId21"/>
    <p:sldId id="2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 Chaudhari" userId="2583e13476bf1f34" providerId="LiveId" clId="{D570B3A0-242E-4CB6-AE52-312F93FF2BE0}"/>
    <pc:docChg chg="undo redo custSel addSld delSld modSld sldOrd">
      <pc:chgData name="Mohit Chaudhari" userId="2583e13476bf1f34" providerId="LiveId" clId="{D570B3A0-242E-4CB6-AE52-312F93FF2BE0}" dt="2026-10-13T17:13:33.860" v="1383" actId="14100"/>
      <pc:docMkLst>
        <pc:docMk/>
      </pc:docMkLst>
      <pc:sldChg chg="modSp mod">
        <pc:chgData name="Mohit Chaudhari" userId="2583e13476bf1f34" providerId="LiveId" clId="{D570B3A0-242E-4CB6-AE52-312F93FF2BE0}" dt="2026-10-05T08:10:26.881" v="949"/>
        <pc:sldMkLst>
          <pc:docMk/>
          <pc:sldMk cId="264296697" sldId="260"/>
        </pc:sldMkLst>
        <pc:spChg chg="mod">
          <ac:chgData name="Mohit Chaudhari" userId="2583e13476bf1f34" providerId="LiveId" clId="{D570B3A0-242E-4CB6-AE52-312F93FF2BE0}" dt="2026-10-01T10:00:08.176" v="86" actId="1076"/>
          <ac:spMkLst>
            <pc:docMk/>
            <pc:sldMk cId="264296697" sldId="260"/>
            <ac:spMk id="2" creationId="{F46CD6F4-AE36-9219-A71C-FDE3A172023A}"/>
          </ac:spMkLst>
        </pc:spChg>
        <pc:spChg chg="mod">
          <ac:chgData name="Mohit Chaudhari" userId="2583e13476bf1f34" providerId="LiveId" clId="{D570B3A0-242E-4CB6-AE52-312F93FF2BE0}" dt="2026-10-05T08:10:26.881" v="949"/>
          <ac:spMkLst>
            <pc:docMk/>
            <pc:sldMk cId="264296697" sldId="260"/>
            <ac:spMk id="5" creationId="{5793A912-8074-84B6-3227-F357A136EFAC}"/>
          </ac:spMkLst>
        </pc:spChg>
      </pc:sldChg>
      <pc:sldChg chg="addSp delSp modSp mod">
        <pc:chgData name="Mohit Chaudhari" userId="2583e13476bf1f34" providerId="LiveId" clId="{D570B3A0-242E-4CB6-AE52-312F93FF2BE0}" dt="2026-10-13T17:10:34.577" v="1380" actId="1076"/>
        <pc:sldMkLst>
          <pc:docMk/>
          <pc:sldMk cId="887464808" sldId="271"/>
        </pc:sldMkLst>
        <pc:spChg chg="add mod">
          <ac:chgData name="Mohit Chaudhari" userId="2583e13476bf1f34" providerId="LiveId" clId="{D570B3A0-242E-4CB6-AE52-312F93FF2BE0}" dt="2026-10-04T17:55:07.620" v="909" actId="1076"/>
          <ac:spMkLst>
            <pc:docMk/>
            <pc:sldMk cId="887464808" sldId="271"/>
            <ac:spMk id="3" creationId="{BBFDF12B-C9CC-2B38-DBA0-306BAAF3503E}"/>
          </ac:spMkLst>
        </pc:spChg>
        <pc:picChg chg="add mod">
          <ac:chgData name="Mohit Chaudhari" userId="2583e13476bf1f34" providerId="LiveId" clId="{D570B3A0-242E-4CB6-AE52-312F93FF2BE0}" dt="2026-10-13T12:18:31.977" v="1329" actId="14100"/>
          <ac:picMkLst>
            <pc:docMk/>
            <pc:sldMk cId="887464808" sldId="271"/>
            <ac:picMk id="9" creationId="{41B58E21-2185-FE35-F5AB-C6C59CBD4810}"/>
          </ac:picMkLst>
        </pc:picChg>
        <pc:picChg chg="add mod">
          <ac:chgData name="Mohit Chaudhari" userId="2583e13476bf1f34" providerId="LiveId" clId="{D570B3A0-242E-4CB6-AE52-312F93FF2BE0}" dt="2026-10-13T17:10:34.577" v="1380" actId="1076"/>
          <ac:picMkLst>
            <pc:docMk/>
            <pc:sldMk cId="887464808" sldId="271"/>
            <ac:picMk id="14" creationId="{8BBC2398-7D42-1842-434E-7ECDE609967E}"/>
          </ac:picMkLst>
        </pc:picChg>
      </pc:sldChg>
      <pc:sldChg chg="addSp delSp modSp mod">
        <pc:chgData name="Mohit Chaudhari" userId="2583e13476bf1f34" providerId="LiveId" clId="{D570B3A0-242E-4CB6-AE52-312F93FF2BE0}" dt="2026-10-04T17:54:03.787" v="905" actId="1076"/>
        <pc:sldMkLst>
          <pc:docMk/>
          <pc:sldMk cId="3245960859" sldId="272"/>
        </pc:sldMkLst>
        <pc:spChg chg="add mod">
          <ac:chgData name="Mohit Chaudhari" userId="2583e13476bf1f34" providerId="LiveId" clId="{D570B3A0-242E-4CB6-AE52-312F93FF2BE0}" dt="2026-10-04T17:54:03.787" v="905" actId="1076"/>
          <ac:spMkLst>
            <pc:docMk/>
            <pc:sldMk cId="3245960859" sldId="272"/>
            <ac:spMk id="3" creationId="{E45ABE12-0967-D13D-AC92-8274A50C4D2E}"/>
          </ac:spMkLst>
        </pc:spChg>
        <pc:spChg chg="add mod">
          <ac:chgData name="Mohit Chaudhari" userId="2583e13476bf1f34" providerId="LiveId" clId="{D570B3A0-242E-4CB6-AE52-312F93FF2BE0}" dt="2026-10-03T16:30:28.327" v="815" actId="1076"/>
          <ac:spMkLst>
            <pc:docMk/>
            <pc:sldMk cId="3245960859" sldId="272"/>
            <ac:spMk id="11" creationId="{34764DCD-FC13-DA47-4655-BD076EF3430C}"/>
          </ac:spMkLst>
        </pc:spChg>
        <pc:picChg chg="add mod">
          <ac:chgData name="Mohit Chaudhari" userId="2583e13476bf1f34" providerId="LiveId" clId="{D570B3A0-242E-4CB6-AE52-312F93FF2BE0}" dt="2026-10-03T16:28:57.931" v="792" actId="1076"/>
          <ac:picMkLst>
            <pc:docMk/>
            <pc:sldMk cId="3245960859" sldId="272"/>
            <ac:picMk id="7" creationId="{83197EE4-AC4C-C787-6799-2D60F864A78A}"/>
          </ac:picMkLst>
        </pc:picChg>
        <pc:picChg chg="add mod">
          <ac:chgData name="Mohit Chaudhari" userId="2583e13476bf1f34" providerId="LiveId" clId="{D570B3A0-242E-4CB6-AE52-312F93FF2BE0}" dt="2026-10-03T16:30:30.744" v="816" actId="1076"/>
          <ac:picMkLst>
            <pc:docMk/>
            <pc:sldMk cId="3245960859" sldId="272"/>
            <ac:picMk id="9" creationId="{36CF065A-C978-7DAC-8317-08FDE1969886}"/>
          </ac:picMkLst>
        </pc:picChg>
      </pc:sldChg>
      <pc:sldChg chg="addSp delSp modSp mod">
        <pc:chgData name="Mohit Chaudhari" userId="2583e13476bf1f34" providerId="LiveId" clId="{D570B3A0-242E-4CB6-AE52-312F93FF2BE0}" dt="2026-10-03T16:31:45.974" v="831" actId="1076"/>
        <pc:sldMkLst>
          <pc:docMk/>
          <pc:sldMk cId="584466799" sldId="273"/>
        </pc:sldMkLst>
        <pc:spChg chg="add mod">
          <ac:chgData name="Mohit Chaudhari" userId="2583e13476bf1f34" providerId="LiveId" clId="{D570B3A0-242E-4CB6-AE52-312F93FF2BE0}" dt="2026-10-03T16:30:47.558" v="818" actId="1076"/>
          <ac:spMkLst>
            <pc:docMk/>
            <pc:sldMk cId="584466799" sldId="273"/>
            <ac:spMk id="4" creationId="{80B01282-79C0-5861-85FF-AD6756475F90}"/>
          </ac:spMkLst>
        </pc:spChg>
        <pc:spChg chg="add mod">
          <ac:chgData name="Mohit Chaudhari" userId="2583e13476bf1f34" providerId="LiveId" clId="{D570B3A0-242E-4CB6-AE52-312F93FF2BE0}" dt="2026-10-03T16:31:34.358" v="827" actId="1076"/>
          <ac:spMkLst>
            <pc:docMk/>
            <pc:sldMk cId="584466799" sldId="273"/>
            <ac:spMk id="5" creationId="{86BEC7B5-2E20-A4E3-33D8-6564888FC573}"/>
          </ac:spMkLst>
        </pc:spChg>
        <pc:picChg chg="add mod">
          <ac:chgData name="Mohit Chaudhari" userId="2583e13476bf1f34" providerId="LiveId" clId="{D570B3A0-242E-4CB6-AE52-312F93FF2BE0}" dt="2026-10-03T16:31:44.285" v="830" actId="1076"/>
          <ac:picMkLst>
            <pc:docMk/>
            <pc:sldMk cId="584466799" sldId="273"/>
            <ac:picMk id="13" creationId="{41BAEA61-D2F8-DA71-1CC2-DECBE76A4A51}"/>
          </ac:picMkLst>
        </pc:picChg>
        <pc:picChg chg="add mod">
          <ac:chgData name="Mohit Chaudhari" userId="2583e13476bf1f34" providerId="LiveId" clId="{D570B3A0-242E-4CB6-AE52-312F93FF2BE0}" dt="2026-10-03T16:31:45.974" v="831" actId="1076"/>
          <ac:picMkLst>
            <pc:docMk/>
            <pc:sldMk cId="584466799" sldId="273"/>
            <ac:picMk id="15" creationId="{8F337230-5877-4F70-32E8-EB647D9E8FF9}"/>
          </ac:picMkLst>
        </pc:picChg>
      </pc:sldChg>
      <pc:sldChg chg="modSp mod">
        <pc:chgData name="Mohit Chaudhari" userId="2583e13476bf1f34" providerId="LiveId" clId="{D570B3A0-242E-4CB6-AE52-312F93FF2BE0}" dt="2026-10-13T10:55:54.174" v="996" actId="1076"/>
        <pc:sldMkLst>
          <pc:docMk/>
          <pc:sldMk cId="1613327180" sldId="286"/>
        </pc:sldMkLst>
        <pc:spChg chg="mod">
          <ac:chgData name="Mohit Chaudhari" userId="2583e13476bf1f34" providerId="LiveId" clId="{D570B3A0-242E-4CB6-AE52-312F93FF2BE0}" dt="2026-10-05T06:14:13.963" v="943" actId="1076"/>
          <ac:spMkLst>
            <pc:docMk/>
            <pc:sldMk cId="1613327180" sldId="286"/>
            <ac:spMk id="3" creationId="{E68FB310-58C4-09D0-E281-6DABCE1A5703}"/>
          </ac:spMkLst>
        </pc:spChg>
        <pc:spChg chg="mod">
          <ac:chgData name="Mohit Chaudhari" userId="2583e13476bf1f34" providerId="LiveId" clId="{D570B3A0-242E-4CB6-AE52-312F93FF2BE0}" dt="2026-10-04T03:37:45.728" v="879" actId="1076"/>
          <ac:spMkLst>
            <pc:docMk/>
            <pc:sldMk cId="1613327180" sldId="286"/>
            <ac:spMk id="4" creationId="{813956A7-8517-BBB2-8A86-65838653A627}"/>
          </ac:spMkLst>
        </pc:spChg>
        <pc:spChg chg="mod">
          <ac:chgData name="Mohit Chaudhari" userId="2583e13476bf1f34" providerId="LiveId" clId="{D570B3A0-242E-4CB6-AE52-312F93FF2BE0}" dt="2026-10-03T11:04:13.123" v="687" actId="1076"/>
          <ac:spMkLst>
            <pc:docMk/>
            <pc:sldMk cId="1613327180" sldId="286"/>
            <ac:spMk id="5" creationId="{DB30206E-EB8A-0E4A-DEE3-31E4A4E73F95}"/>
          </ac:spMkLst>
        </pc:spChg>
        <pc:picChg chg="mod">
          <ac:chgData name="Mohit Chaudhari" userId="2583e13476bf1f34" providerId="LiveId" clId="{D570B3A0-242E-4CB6-AE52-312F93FF2BE0}" dt="2026-10-13T10:55:54.174" v="996" actId="1076"/>
          <ac:picMkLst>
            <pc:docMk/>
            <pc:sldMk cId="1613327180" sldId="286"/>
            <ac:picMk id="2" creationId="{389DC2F6-EF02-01DD-C14A-B52D037F20A4}"/>
          </ac:picMkLst>
        </pc:picChg>
      </pc:sldChg>
      <pc:sldChg chg="addSp delSp modSp mod">
        <pc:chgData name="Mohit Chaudhari" userId="2583e13476bf1f34" providerId="LiveId" clId="{D570B3A0-242E-4CB6-AE52-312F93FF2BE0}" dt="2026-10-13T17:13:33.860" v="1383" actId="14100"/>
        <pc:sldMkLst>
          <pc:docMk/>
          <pc:sldMk cId="464140850" sldId="287"/>
        </pc:sldMkLst>
        <pc:spChg chg="add mod">
          <ac:chgData name="Mohit Chaudhari" userId="2583e13476bf1f34" providerId="LiveId" clId="{D570B3A0-242E-4CB6-AE52-312F93FF2BE0}" dt="2026-10-01T10:12:54.592" v="275" actId="1076"/>
          <ac:spMkLst>
            <pc:docMk/>
            <pc:sldMk cId="464140850" sldId="287"/>
            <ac:spMk id="4" creationId="{48CA42C4-BD51-02C3-F93B-130779102E44}"/>
          </ac:spMkLst>
        </pc:spChg>
        <pc:spChg chg="add mod">
          <ac:chgData name="Mohit Chaudhari" userId="2583e13476bf1f34" providerId="LiveId" clId="{D570B3A0-242E-4CB6-AE52-312F93FF2BE0}" dt="2026-10-01T10:15:55.115" v="281" actId="1076"/>
          <ac:spMkLst>
            <pc:docMk/>
            <pc:sldMk cId="464140850" sldId="287"/>
            <ac:spMk id="8" creationId="{82954D63-C4D6-915F-79C4-63F82F2B7948}"/>
          </ac:spMkLst>
        </pc:spChg>
        <pc:picChg chg="add mod">
          <ac:chgData name="Mohit Chaudhari" userId="2583e13476bf1f34" providerId="LiveId" clId="{D570B3A0-242E-4CB6-AE52-312F93FF2BE0}" dt="2026-10-13T17:13:33.860" v="1383" actId="14100"/>
          <ac:picMkLst>
            <pc:docMk/>
            <pc:sldMk cId="464140850" sldId="287"/>
            <ac:picMk id="6" creationId="{80BA9DFA-D128-555E-C52A-E4CFE6E25163}"/>
          </ac:picMkLst>
        </pc:picChg>
      </pc:sldChg>
      <pc:sldChg chg="addSp delSp modSp mod">
        <pc:chgData name="Mohit Chaudhari" userId="2583e13476bf1f34" providerId="LiveId" clId="{D570B3A0-242E-4CB6-AE52-312F93FF2BE0}" dt="2026-10-13T12:26:35.114" v="1377" actId="1076"/>
        <pc:sldMkLst>
          <pc:docMk/>
          <pc:sldMk cId="2712652206" sldId="289"/>
        </pc:sldMkLst>
        <pc:spChg chg="add mod">
          <ac:chgData name="Mohit Chaudhari" userId="2583e13476bf1f34" providerId="LiveId" clId="{D570B3A0-242E-4CB6-AE52-312F93FF2BE0}" dt="2026-10-13T12:26:35.114" v="1377" actId="1076"/>
          <ac:spMkLst>
            <pc:docMk/>
            <pc:sldMk cId="2712652206" sldId="289"/>
            <ac:spMk id="3" creationId="{804DEA14-C637-E085-0B5F-9C78D668246B}"/>
          </ac:spMkLst>
        </pc:spChg>
        <pc:spChg chg="add del mod">
          <ac:chgData name="Mohit Chaudhari" userId="2583e13476bf1f34" providerId="LiveId" clId="{D570B3A0-242E-4CB6-AE52-312F93FF2BE0}" dt="2026-10-13T12:21:35.920" v="1335" actId="21"/>
          <ac:spMkLst>
            <pc:docMk/>
            <pc:sldMk cId="2712652206" sldId="289"/>
            <ac:spMk id="4" creationId="{31704011-76A5-9755-4952-8467052985B6}"/>
          </ac:spMkLst>
        </pc:spChg>
        <pc:spChg chg="add mod">
          <ac:chgData name="Mohit Chaudhari" userId="2583e13476bf1f34" providerId="LiveId" clId="{D570B3A0-242E-4CB6-AE52-312F93FF2BE0}" dt="2026-10-13T12:25:30.070" v="1363" actId="113"/>
          <ac:spMkLst>
            <pc:docMk/>
            <pc:sldMk cId="2712652206" sldId="289"/>
            <ac:spMk id="14" creationId="{6A0185C2-DE25-B556-C3BE-81797DADFEEC}"/>
          </ac:spMkLst>
        </pc:spChg>
        <pc:picChg chg="add mod">
          <ac:chgData name="Mohit Chaudhari" userId="2583e13476bf1f34" providerId="LiveId" clId="{D570B3A0-242E-4CB6-AE52-312F93FF2BE0}" dt="2026-10-13T12:26:28.471" v="1376" actId="1076"/>
          <ac:picMkLst>
            <pc:docMk/>
            <pc:sldMk cId="2712652206" sldId="289"/>
            <ac:picMk id="6" creationId="{6811340A-8ABF-0A39-A852-1CF580E21562}"/>
          </ac:picMkLst>
        </pc:picChg>
        <pc:picChg chg="add del mod">
          <ac:chgData name="Mohit Chaudhari" userId="2583e13476bf1f34" providerId="LiveId" clId="{D570B3A0-242E-4CB6-AE52-312F93FF2BE0}" dt="2026-10-13T12:21:23.744" v="1333" actId="21"/>
          <ac:picMkLst>
            <pc:docMk/>
            <pc:sldMk cId="2712652206" sldId="289"/>
            <ac:picMk id="7" creationId="{A5213BEF-F66B-57D7-504F-DD4C6486F59E}"/>
          </ac:picMkLst>
        </pc:picChg>
        <pc:picChg chg="add del mod">
          <ac:chgData name="Mohit Chaudhari" userId="2583e13476bf1f34" providerId="LiveId" clId="{D570B3A0-242E-4CB6-AE52-312F93FF2BE0}" dt="2026-10-13T12:21:30.438" v="1334" actId="21"/>
          <ac:picMkLst>
            <pc:docMk/>
            <pc:sldMk cId="2712652206" sldId="289"/>
            <ac:picMk id="9" creationId="{97E30DE3-48B1-A2C4-ADBA-13258E0ED0CE}"/>
          </ac:picMkLst>
        </pc:picChg>
        <pc:picChg chg="add mod">
          <ac:chgData name="Mohit Chaudhari" userId="2583e13476bf1f34" providerId="LiveId" clId="{D570B3A0-242E-4CB6-AE52-312F93FF2BE0}" dt="2026-10-13T12:26:20.343" v="1374" actId="1076"/>
          <ac:picMkLst>
            <pc:docMk/>
            <pc:sldMk cId="2712652206" sldId="289"/>
            <ac:picMk id="10" creationId="{5A7A247D-032A-1ED1-A11A-2CADF9E7A5EB}"/>
          </ac:picMkLst>
        </pc:picChg>
        <pc:picChg chg="add mod">
          <ac:chgData name="Mohit Chaudhari" userId="2583e13476bf1f34" providerId="LiveId" clId="{D570B3A0-242E-4CB6-AE52-312F93FF2BE0}" dt="2026-10-13T12:26:23.849" v="1375" actId="1076"/>
          <ac:picMkLst>
            <pc:docMk/>
            <pc:sldMk cId="2712652206" sldId="289"/>
            <ac:picMk id="12" creationId="{A9A8F377-1AD5-BFB4-3E01-84E582132D47}"/>
          </ac:picMkLst>
        </pc:picChg>
      </pc:sldChg>
      <pc:sldChg chg="delSp modSp del mod modShow">
        <pc:chgData name="Mohit Chaudhari" userId="2583e13476bf1f34" providerId="LiveId" clId="{D570B3A0-242E-4CB6-AE52-312F93FF2BE0}" dt="2026-10-13T12:55:10.006" v="1378" actId="2696"/>
        <pc:sldMkLst>
          <pc:docMk/>
          <pc:sldMk cId="704541882" sldId="291"/>
        </pc:sldMkLst>
      </pc:sldChg>
      <pc:sldChg chg="addSp delSp modSp mod">
        <pc:chgData name="Mohit Chaudhari" userId="2583e13476bf1f34" providerId="LiveId" clId="{D570B3A0-242E-4CB6-AE52-312F93FF2BE0}" dt="2026-10-13T10:56:31.002" v="997" actId="1076"/>
        <pc:sldMkLst>
          <pc:docMk/>
          <pc:sldMk cId="976395103" sldId="292"/>
        </pc:sldMkLst>
        <pc:spChg chg="mod">
          <ac:chgData name="Mohit Chaudhari" userId="2583e13476bf1f34" providerId="LiveId" clId="{D570B3A0-242E-4CB6-AE52-312F93FF2BE0}" dt="2026-10-01T09:58:01.394" v="75" actId="1076"/>
          <ac:spMkLst>
            <pc:docMk/>
            <pc:sldMk cId="976395103" sldId="292"/>
            <ac:spMk id="2" creationId="{4A75D092-5864-A34E-8F08-83A27EDEFE19}"/>
          </ac:spMkLst>
        </pc:spChg>
        <pc:spChg chg="add mod">
          <ac:chgData name="Mohit Chaudhari" userId="2583e13476bf1f34" providerId="LiveId" clId="{D570B3A0-242E-4CB6-AE52-312F93FF2BE0}" dt="2026-10-13T10:56:31.002" v="997" actId="1076"/>
          <ac:spMkLst>
            <pc:docMk/>
            <pc:sldMk cId="976395103" sldId="292"/>
            <ac:spMk id="6" creationId="{B0B1A785-98B7-BBBE-8AC2-9BAAF9B6EB60}"/>
          </ac:spMkLst>
        </pc:spChg>
      </pc:sldChg>
      <pc:sldChg chg="addSp delSp modSp mod">
        <pc:chgData name="Mohit Chaudhari" userId="2583e13476bf1f34" providerId="LiveId" clId="{D570B3A0-242E-4CB6-AE52-312F93FF2BE0}" dt="2026-10-12T05:10:03.432" v="994" actId="1076"/>
        <pc:sldMkLst>
          <pc:docMk/>
          <pc:sldMk cId="587278419" sldId="294"/>
        </pc:sldMkLst>
        <pc:spChg chg="mod">
          <ac:chgData name="Mohit Chaudhari" userId="2583e13476bf1f34" providerId="LiveId" clId="{D570B3A0-242E-4CB6-AE52-312F93FF2BE0}" dt="2026-10-01T10:08:58.737" v="248" actId="1076"/>
          <ac:spMkLst>
            <pc:docMk/>
            <pc:sldMk cId="587278419" sldId="294"/>
            <ac:spMk id="3" creationId="{0D6551DD-2382-76F8-437E-3665390C1D24}"/>
          </ac:spMkLst>
        </pc:spChg>
        <pc:spChg chg="mod">
          <ac:chgData name="Mohit Chaudhari" userId="2583e13476bf1f34" providerId="LiveId" clId="{D570B3A0-242E-4CB6-AE52-312F93FF2BE0}" dt="2026-10-12T05:10:03.432" v="994" actId="1076"/>
          <ac:spMkLst>
            <pc:docMk/>
            <pc:sldMk cId="587278419" sldId="294"/>
            <ac:spMk id="4" creationId="{7EC88611-04E6-42BC-6F84-B59B4BB25A5C}"/>
          </ac:spMkLst>
        </pc:spChg>
        <pc:spChg chg="add mod">
          <ac:chgData name="Mohit Chaudhari" userId="2583e13476bf1f34" providerId="LiveId" clId="{D570B3A0-242E-4CB6-AE52-312F93FF2BE0}" dt="2026-10-01T10:11:12.961" v="260" actId="1076"/>
          <ac:spMkLst>
            <pc:docMk/>
            <pc:sldMk cId="587278419" sldId="294"/>
            <ac:spMk id="8" creationId="{DEF6C031-A3AE-694E-1B76-A7A4162B2961}"/>
          </ac:spMkLst>
        </pc:spChg>
        <pc:picChg chg="add mod">
          <ac:chgData name="Mohit Chaudhari" userId="2583e13476bf1f34" providerId="LiveId" clId="{D570B3A0-242E-4CB6-AE52-312F93FF2BE0}" dt="2026-10-03T05:07:26.452" v="685" actId="1076"/>
          <ac:picMkLst>
            <pc:docMk/>
            <pc:sldMk cId="587278419" sldId="294"/>
            <ac:picMk id="10" creationId="{5B9E2A4E-AE5A-2550-144C-970075BAE88C}"/>
          </ac:picMkLst>
        </pc:picChg>
      </pc:sldChg>
      <pc:sldChg chg="addSp delSp modSp mod">
        <pc:chgData name="Mohit Chaudhari" userId="2583e13476bf1f34" providerId="LiveId" clId="{D570B3A0-242E-4CB6-AE52-312F93FF2BE0}" dt="2026-10-13T12:12:22.838" v="1263" actId="1076"/>
        <pc:sldMkLst>
          <pc:docMk/>
          <pc:sldMk cId="3760812647" sldId="295"/>
        </pc:sldMkLst>
        <pc:spChg chg="add mod">
          <ac:chgData name="Mohit Chaudhari" userId="2583e13476bf1f34" providerId="LiveId" clId="{D570B3A0-242E-4CB6-AE52-312F93FF2BE0}" dt="2026-10-13T12:12:08.428" v="1259" actId="1076"/>
          <ac:spMkLst>
            <pc:docMk/>
            <pc:sldMk cId="3760812647" sldId="295"/>
            <ac:spMk id="3" creationId="{39A6EB81-D16B-F675-DCCD-C7DFE3F99FA8}"/>
          </ac:spMkLst>
        </pc:spChg>
        <pc:spChg chg="add mod">
          <ac:chgData name="Mohit Chaudhari" userId="2583e13476bf1f34" providerId="LiveId" clId="{D570B3A0-242E-4CB6-AE52-312F93FF2BE0}" dt="2026-10-03T16:24:44.115" v="739" actId="2710"/>
          <ac:spMkLst>
            <pc:docMk/>
            <pc:sldMk cId="3760812647" sldId="295"/>
            <ac:spMk id="4" creationId="{91C03DF4-9489-DF6B-1BAA-BD964E903F8C}"/>
          </ac:spMkLst>
        </pc:spChg>
        <pc:spChg chg="mod">
          <ac:chgData name="Mohit Chaudhari" userId="2583e13476bf1f34" providerId="LiveId" clId="{D570B3A0-242E-4CB6-AE52-312F93FF2BE0}" dt="2026-10-03T16:21:35.221" v="706"/>
          <ac:spMkLst>
            <pc:docMk/>
            <pc:sldMk cId="3760812647" sldId="295"/>
            <ac:spMk id="5" creationId="{51FD32EC-2A4F-4BE5-CFCE-741DD3F2C7B3}"/>
          </ac:spMkLst>
        </pc:spChg>
        <pc:spChg chg="add mod">
          <ac:chgData name="Mohit Chaudhari" userId="2583e13476bf1f34" providerId="LiveId" clId="{D570B3A0-242E-4CB6-AE52-312F93FF2BE0}" dt="2026-10-03T16:21:49.677" v="708" actId="1076"/>
          <ac:spMkLst>
            <pc:docMk/>
            <pc:sldMk cId="3760812647" sldId="295"/>
            <ac:spMk id="7" creationId="{B2744E1F-8138-8935-E5A4-DAAC12D79FCE}"/>
          </ac:spMkLst>
        </pc:spChg>
        <pc:spChg chg="add del mod">
          <ac:chgData name="Mohit Chaudhari" userId="2583e13476bf1f34" providerId="LiveId" clId="{D570B3A0-242E-4CB6-AE52-312F93FF2BE0}" dt="2026-10-13T12:11:55.766" v="1256" actId="21"/>
          <ac:spMkLst>
            <pc:docMk/>
            <pc:sldMk cId="3760812647" sldId="295"/>
            <ac:spMk id="8" creationId="{825E9169-E8DC-48D9-A579-00D18DEA0804}"/>
          </ac:spMkLst>
        </pc:spChg>
        <pc:picChg chg="add mod">
          <ac:chgData name="Mohit Chaudhari" userId="2583e13476bf1f34" providerId="LiveId" clId="{D570B3A0-242E-4CB6-AE52-312F93FF2BE0}" dt="2026-10-13T12:12:10.403" v="1260" actId="1076"/>
          <ac:picMkLst>
            <pc:docMk/>
            <pc:sldMk cId="3760812647" sldId="295"/>
            <ac:picMk id="10" creationId="{4046AA8C-0B14-82E7-A38B-AC08B0E78BE7}"/>
          </ac:picMkLst>
        </pc:picChg>
        <pc:picChg chg="add mod">
          <ac:chgData name="Mohit Chaudhari" userId="2583e13476bf1f34" providerId="LiveId" clId="{D570B3A0-242E-4CB6-AE52-312F93FF2BE0}" dt="2026-10-13T12:12:22.838" v="1263" actId="1076"/>
          <ac:picMkLst>
            <pc:docMk/>
            <pc:sldMk cId="3760812647" sldId="295"/>
            <ac:picMk id="12" creationId="{3DEBA038-41E2-0F3A-9F03-6BCE33E20BF7}"/>
          </ac:picMkLst>
        </pc:picChg>
      </pc:sldChg>
      <pc:sldChg chg="addSp delSp modSp mod">
        <pc:chgData name="Mohit Chaudhari" userId="2583e13476bf1f34" providerId="LiveId" clId="{D570B3A0-242E-4CB6-AE52-312F93FF2BE0}" dt="2026-10-03T16:23:53.309" v="730" actId="1440"/>
        <pc:sldMkLst>
          <pc:docMk/>
          <pc:sldMk cId="1310300450" sldId="296"/>
        </pc:sldMkLst>
        <pc:spChg chg="add mod">
          <ac:chgData name="Mohit Chaudhari" userId="2583e13476bf1f34" providerId="LiveId" clId="{D570B3A0-242E-4CB6-AE52-312F93FF2BE0}" dt="2026-10-03T16:23:12.840" v="722" actId="14100"/>
          <ac:spMkLst>
            <pc:docMk/>
            <pc:sldMk cId="1310300450" sldId="296"/>
            <ac:spMk id="3" creationId="{DF4A1FB1-B5AB-74C9-A51F-CC03ADFDA193}"/>
          </ac:spMkLst>
        </pc:spChg>
        <pc:spChg chg="add mod">
          <ac:chgData name="Mohit Chaudhari" userId="2583e13476bf1f34" providerId="LiveId" clId="{D570B3A0-242E-4CB6-AE52-312F93FF2BE0}" dt="2026-10-01T18:01:25.764" v="359" actId="1076"/>
          <ac:spMkLst>
            <pc:docMk/>
            <pc:sldMk cId="1310300450" sldId="296"/>
            <ac:spMk id="12" creationId="{FC91AAE0-AB00-2AC1-C35B-B7FBE723E7DE}"/>
          </ac:spMkLst>
        </pc:spChg>
        <pc:picChg chg="add mod">
          <ac:chgData name="Mohit Chaudhari" userId="2583e13476bf1f34" providerId="LiveId" clId="{D570B3A0-242E-4CB6-AE52-312F93FF2BE0}" dt="2026-10-03T16:23:53.309" v="730" actId="1440"/>
          <ac:picMkLst>
            <pc:docMk/>
            <pc:sldMk cId="1310300450" sldId="296"/>
            <ac:picMk id="8" creationId="{CF833C76-D644-C1DF-44E5-379099A9E4E6}"/>
          </ac:picMkLst>
        </pc:picChg>
        <pc:picChg chg="add mod">
          <ac:chgData name="Mohit Chaudhari" userId="2583e13476bf1f34" providerId="LiveId" clId="{D570B3A0-242E-4CB6-AE52-312F93FF2BE0}" dt="2026-10-03T16:23:31.557" v="727" actId="14100"/>
          <ac:picMkLst>
            <pc:docMk/>
            <pc:sldMk cId="1310300450" sldId="296"/>
            <ac:picMk id="10" creationId="{BD8144A0-FAAD-28B7-3653-F657C4BAA896}"/>
          </ac:picMkLst>
        </pc:picChg>
      </pc:sldChg>
      <pc:sldChg chg="addSp delSp modSp mod modShow">
        <pc:chgData name="Mohit Chaudhari" userId="2583e13476bf1f34" providerId="LiveId" clId="{D570B3A0-242E-4CB6-AE52-312F93FF2BE0}" dt="2026-10-05T08:55:27.532" v="951" actId="34476"/>
        <pc:sldMkLst>
          <pc:docMk/>
          <pc:sldMk cId="3436242338" sldId="297"/>
        </pc:sldMkLst>
        <pc:spChg chg="add mod">
          <ac:chgData name="Mohit Chaudhari" userId="2583e13476bf1f34" providerId="LiveId" clId="{D570B3A0-242E-4CB6-AE52-312F93FF2BE0}" dt="2026-10-03T16:28:21.660" v="782" actId="1076"/>
          <ac:spMkLst>
            <pc:docMk/>
            <pc:sldMk cId="3436242338" sldId="297"/>
            <ac:spMk id="3" creationId="{6544D8CE-33AD-F2D4-1553-E3B1C15A109D}"/>
          </ac:spMkLst>
        </pc:spChg>
        <pc:picChg chg="add mod">
          <ac:chgData name="Mohit Chaudhari" userId="2583e13476bf1f34" providerId="LiveId" clId="{D570B3A0-242E-4CB6-AE52-312F93FF2BE0}" dt="2026-10-03T16:28:24.944" v="783" actId="1076"/>
          <ac:picMkLst>
            <pc:docMk/>
            <pc:sldMk cId="3436242338" sldId="297"/>
            <ac:picMk id="10" creationId="{A45EFFC8-680A-E6D8-A61C-A6FF7BC532C3}"/>
          </ac:picMkLst>
        </pc:picChg>
        <pc:picChg chg="add mod">
          <ac:chgData name="Mohit Chaudhari" userId="2583e13476bf1f34" providerId="LiveId" clId="{D570B3A0-242E-4CB6-AE52-312F93FF2BE0}" dt="2026-10-03T16:28:27.228" v="784" actId="1076"/>
          <ac:picMkLst>
            <pc:docMk/>
            <pc:sldMk cId="3436242338" sldId="297"/>
            <ac:picMk id="12" creationId="{611F6F5D-64F1-01FA-9AD2-C9270D1AF414}"/>
          </ac:picMkLst>
        </pc:picChg>
      </pc:sldChg>
      <pc:sldChg chg="addSp modSp new mod">
        <pc:chgData name="Mohit Chaudhari" userId="2583e13476bf1f34" providerId="LiveId" clId="{D570B3A0-242E-4CB6-AE52-312F93FF2BE0}" dt="2026-10-03T16:33:10.381" v="854" actId="1076"/>
        <pc:sldMkLst>
          <pc:docMk/>
          <pc:sldMk cId="793796224" sldId="298"/>
        </pc:sldMkLst>
        <pc:spChg chg="add">
          <ac:chgData name="Mohit Chaudhari" userId="2583e13476bf1f34" providerId="LiveId" clId="{D570B3A0-242E-4CB6-AE52-312F93FF2BE0}" dt="2026-10-03T04:51:59.139" v="516" actId="22"/>
          <ac:spMkLst>
            <pc:docMk/>
            <pc:sldMk cId="793796224" sldId="298"/>
            <ac:spMk id="4" creationId="{0EA63ACF-D4BA-1B05-F90C-AFD62387C29B}"/>
          </ac:spMkLst>
        </pc:spChg>
        <pc:spChg chg="add mod">
          <ac:chgData name="Mohit Chaudhari" userId="2583e13476bf1f34" providerId="LiveId" clId="{D570B3A0-242E-4CB6-AE52-312F93FF2BE0}" dt="2026-10-03T16:33:06.736" v="852" actId="14100"/>
          <ac:spMkLst>
            <pc:docMk/>
            <pc:sldMk cId="793796224" sldId="298"/>
            <ac:spMk id="6" creationId="{D58E154F-5343-A120-D722-57CEAF6221A6}"/>
          </ac:spMkLst>
        </pc:spChg>
        <pc:picChg chg="add mod">
          <ac:chgData name="Mohit Chaudhari" userId="2583e13476bf1f34" providerId="LiveId" clId="{D570B3A0-242E-4CB6-AE52-312F93FF2BE0}" dt="2026-10-03T16:33:10.381" v="854" actId="1076"/>
          <ac:picMkLst>
            <pc:docMk/>
            <pc:sldMk cId="793796224" sldId="298"/>
            <ac:picMk id="3" creationId="{D86BB22B-7FD8-997D-83B5-7E6948811D09}"/>
          </ac:picMkLst>
        </pc:picChg>
        <pc:picChg chg="add mod">
          <ac:chgData name="Mohit Chaudhari" userId="2583e13476bf1f34" providerId="LiveId" clId="{D570B3A0-242E-4CB6-AE52-312F93FF2BE0}" dt="2026-10-03T16:33:08.514" v="853" actId="1076"/>
          <ac:picMkLst>
            <pc:docMk/>
            <pc:sldMk cId="793796224" sldId="298"/>
            <ac:picMk id="5" creationId="{65D07396-8CA0-CC15-4411-7700C0286260}"/>
          </ac:picMkLst>
        </pc:picChg>
      </pc:sldChg>
      <pc:sldChg chg="addSp modSp new mod ord">
        <pc:chgData name="Mohit Chaudhari" userId="2583e13476bf1f34" providerId="LiveId" clId="{D570B3A0-242E-4CB6-AE52-312F93FF2BE0}" dt="2026-10-03T04:57:58.124" v="546" actId="1076"/>
        <pc:sldMkLst>
          <pc:docMk/>
          <pc:sldMk cId="544700648" sldId="300"/>
        </pc:sldMkLst>
        <pc:picChg chg="add mod">
          <ac:chgData name="Mohit Chaudhari" userId="2583e13476bf1f34" providerId="LiveId" clId="{D570B3A0-242E-4CB6-AE52-312F93FF2BE0}" dt="2026-10-03T04:57:58.124" v="546" actId="1076"/>
          <ac:picMkLst>
            <pc:docMk/>
            <pc:sldMk cId="544700648" sldId="300"/>
            <ac:picMk id="3" creationId="{1E68C34B-9093-01D2-A0B5-4D6DDBEB088F}"/>
          </ac:picMkLst>
        </pc:picChg>
      </pc:sldChg>
      <pc:sldChg chg="addSp delSp modSp new mod">
        <pc:chgData name="Mohit Chaudhari" userId="2583e13476bf1f34" providerId="LiveId" clId="{D570B3A0-242E-4CB6-AE52-312F93FF2BE0}" dt="2026-10-09T10:32:26.946" v="991"/>
        <pc:sldMkLst>
          <pc:docMk/>
          <pc:sldMk cId="1388387758" sldId="301"/>
        </pc:sldMkLst>
        <pc:spChg chg="add mod">
          <ac:chgData name="Mohit Chaudhari" userId="2583e13476bf1f34" providerId="LiveId" clId="{D570B3A0-242E-4CB6-AE52-312F93FF2BE0}" dt="2026-10-04T12:52:46.243" v="902" actId="5793"/>
          <ac:spMkLst>
            <pc:docMk/>
            <pc:sldMk cId="1388387758" sldId="301"/>
            <ac:spMk id="3" creationId="{4342BE63-FE0E-1239-57E0-C8238CBCB92E}"/>
          </ac:spMkLst>
        </pc:spChg>
        <pc:spChg chg="add mod">
          <ac:chgData name="Mohit Chaudhari" userId="2583e13476bf1f34" providerId="LiveId" clId="{D570B3A0-242E-4CB6-AE52-312F93FF2BE0}" dt="2026-10-03T05:02:38.939" v="659" actId="1076"/>
          <ac:spMkLst>
            <pc:docMk/>
            <pc:sldMk cId="1388387758" sldId="301"/>
            <ac:spMk id="5" creationId="{7307C4E9-7A2B-C819-360E-415E458E79CC}"/>
          </ac:spMkLst>
        </pc:spChg>
      </pc:sldChg>
      <pc:sldChg chg="addSp delSp modSp new mod">
        <pc:chgData name="Mohit Chaudhari" userId="2583e13476bf1f34" providerId="LiveId" clId="{D570B3A0-242E-4CB6-AE52-312F93FF2BE0}" dt="2026-10-13T11:12:35.012" v="1006" actId="1076"/>
        <pc:sldMkLst>
          <pc:docMk/>
          <pc:sldMk cId="2450247317" sldId="302"/>
        </pc:sldMkLst>
        <pc:spChg chg="add mod">
          <ac:chgData name="Mohit Chaudhari" userId="2583e13476bf1f34" providerId="LiveId" clId="{D570B3A0-242E-4CB6-AE52-312F93FF2BE0}" dt="2026-10-13T11:10:32.476" v="999"/>
          <ac:spMkLst>
            <pc:docMk/>
            <pc:sldMk cId="2450247317" sldId="302"/>
            <ac:spMk id="2" creationId="{8D5F65CE-BD8D-A197-17CE-094693C44C48}"/>
          </ac:spMkLst>
        </pc:spChg>
        <pc:spChg chg="add">
          <ac:chgData name="Mohit Chaudhari" userId="2583e13476bf1f34" providerId="LiveId" clId="{D570B3A0-242E-4CB6-AE52-312F93FF2BE0}" dt="2026-10-09T10:25:40.751" v="953" actId="22"/>
          <ac:spMkLst>
            <pc:docMk/>
            <pc:sldMk cId="2450247317" sldId="302"/>
            <ac:spMk id="3" creationId="{AE675BD1-3F86-F9A4-0BE1-5E0518A5AAE6}"/>
          </ac:spMkLst>
        </pc:spChg>
        <pc:spChg chg="add mod">
          <ac:chgData name="Mohit Chaudhari" userId="2583e13476bf1f34" providerId="LiveId" clId="{D570B3A0-242E-4CB6-AE52-312F93FF2BE0}" dt="2026-10-09T10:26:26.124" v="961" actId="1076"/>
          <ac:spMkLst>
            <pc:docMk/>
            <pc:sldMk cId="2450247317" sldId="302"/>
            <ac:spMk id="4" creationId="{DDEDC870-AA57-BBD5-7506-A3DA4D26DEC9}"/>
          </ac:spMkLst>
        </pc:spChg>
        <pc:spChg chg="add mod">
          <ac:chgData name="Mohit Chaudhari" userId="2583e13476bf1f34" providerId="LiveId" clId="{D570B3A0-242E-4CB6-AE52-312F93FF2BE0}" dt="2026-10-09T10:26:26.124" v="961" actId="1076"/>
          <ac:spMkLst>
            <pc:docMk/>
            <pc:sldMk cId="2450247317" sldId="302"/>
            <ac:spMk id="5" creationId="{978FE39D-1F53-C5FB-2E2E-D9800C8119AB}"/>
          </ac:spMkLst>
        </pc:spChg>
        <pc:spChg chg="add mod">
          <ac:chgData name="Mohit Chaudhari" userId="2583e13476bf1f34" providerId="LiveId" clId="{D570B3A0-242E-4CB6-AE52-312F93FF2BE0}" dt="2026-10-09T10:26:26.124" v="961" actId="1076"/>
          <ac:spMkLst>
            <pc:docMk/>
            <pc:sldMk cId="2450247317" sldId="302"/>
            <ac:spMk id="6" creationId="{8AA51982-5916-8DCB-238C-F4FB6139E3F1}"/>
          </ac:spMkLst>
        </pc:spChg>
        <pc:spChg chg="add mod">
          <ac:chgData name="Mohit Chaudhari" userId="2583e13476bf1f34" providerId="LiveId" clId="{D570B3A0-242E-4CB6-AE52-312F93FF2BE0}" dt="2026-10-09T10:28:54.918" v="977" actId="1076"/>
          <ac:spMkLst>
            <pc:docMk/>
            <pc:sldMk cId="2450247317" sldId="302"/>
            <ac:spMk id="7" creationId="{285D3BBE-8205-7997-E123-6AECECBF06E6}"/>
          </ac:spMkLst>
        </pc:spChg>
        <pc:spChg chg="add mod">
          <ac:chgData name="Mohit Chaudhari" userId="2583e13476bf1f34" providerId="LiveId" clId="{D570B3A0-242E-4CB6-AE52-312F93FF2BE0}" dt="2026-10-09T10:28:54.918" v="977" actId="1076"/>
          <ac:spMkLst>
            <pc:docMk/>
            <pc:sldMk cId="2450247317" sldId="302"/>
            <ac:spMk id="8" creationId="{D66C5EA1-91ED-E209-158C-E32AAB078DDA}"/>
          </ac:spMkLst>
        </pc:spChg>
        <pc:spChg chg="add mod">
          <ac:chgData name="Mohit Chaudhari" userId="2583e13476bf1f34" providerId="LiveId" clId="{D570B3A0-242E-4CB6-AE52-312F93FF2BE0}" dt="2026-10-09T10:28:54.918" v="977" actId="1076"/>
          <ac:spMkLst>
            <pc:docMk/>
            <pc:sldMk cId="2450247317" sldId="302"/>
            <ac:spMk id="9" creationId="{0C1DE462-232B-59BB-FDF7-08B9BAF3FC78}"/>
          </ac:spMkLst>
        </pc:spChg>
        <pc:spChg chg="add mod">
          <ac:chgData name="Mohit Chaudhari" userId="2583e13476bf1f34" providerId="LiveId" clId="{D570B3A0-242E-4CB6-AE52-312F93FF2BE0}" dt="2026-10-09T10:29:02.517" v="978" actId="1076"/>
          <ac:spMkLst>
            <pc:docMk/>
            <pc:sldMk cId="2450247317" sldId="302"/>
            <ac:spMk id="10" creationId="{E65852A1-0626-6E8F-E2BB-669E77D2E933}"/>
          </ac:spMkLst>
        </pc:spChg>
        <pc:spChg chg="add mod">
          <ac:chgData name="Mohit Chaudhari" userId="2583e13476bf1f34" providerId="LiveId" clId="{D570B3A0-242E-4CB6-AE52-312F93FF2BE0}" dt="2026-10-09T10:29:02.517" v="978" actId="1076"/>
          <ac:spMkLst>
            <pc:docMk/>
            <pc:sldMk cId="2450247317" sldId="302"/>
            <ac:spMk id="11" creationId="{9FFA42AC-26F1-AC5A-64D1-44FC4803C9A2}"/>
          </ac:spMkLst>
        </pc:spChg>
        <pc:spChg chg="add mod">
          <ac:chgData name="Mohit Chaudhari" userId="2583e13476bf1f34" providerId="LiveId" clId="{D570B3A0-242E-4CB6-AE52-312F93FF2BE0}" dt="2026-10-09T10:29:02.517" v="978" actId="1076"/>
          <ac:spMkLst>
            <pc:docMk/>
            <pc:sldMk cId="2450247317" sldId="302"/>
            <ac:spMk id="12" creationId="{D6880CF8-90E1-F8F5-01AC-6DB677734320}"/>
          </ac:spMkLst>
        </pc:spChg>
        <pc:spChg chg="add mod">
          <ac:chgData name="Mohit Chaudhari" userId="2583e13476bf1f34" providerId="LiveId" clId="{D570B3A0-242E-4CB6-AE52-312F93FF2BE0}" dt="2026-10-09T10:29:09.502" v="979" actId="1076"/>
          <ac:spMkLst>
            <pc:docMk/>
            <pc:sldMk cId="2450247317" sldId="302"/>
            <ac:spMk id="13" creationId="{E563D59C-8F36-2155-9A53-548A4185E657}"/>
          </ac:spMkLst>
        </pc:spChg>
        <pc:spChg chg="add mod">
          <ac:chgData name="Mohit Chaudhari" userId="2583e13476bf1f34" providerId="LiveId" clId="{D570B3A0-242E-4CB6-AE52-312F93FF2BE0}" dt="2026-10-09T10:29:09.502" v="979" actId="1076"/>
          <ac:spMkLst>
            <pc:docMk/>
            <pc:sldMk cId="2450247317" sldId="302"/>
            <ac:spMk id="14" creationId="{8C38D7B2-6D24-62CE-F0D6-53D4DCF62D4B}"/>
          </ac:spMkLst>
        </pc:spChg>
        <pc:spChg chg="add mod">
          <ac:chgData name="Mohit Chaudhari" userId="2583e13476bf1f34" providerId="LiveId" clId="{D570B3A0-242E-4CB6-AE52-312F93FF2BE0}" dt="2026-10-09T10:29:09.502" v="979" actId="1076"/>
          <ac:spMkLst>
            <pc:docMk/>
            <pc:sldMk cId="2450247317" sldId="302"/>
            <ac:spMk id="15" creationId="{40F6A81A-8280-EDD1-808B-8C0BB36FC008}"/>
          </ac:spMkLst>
        </pc:spChg>
        <pc:spChg chg="add mod">
          <ac:chgData name="Mohit Chaudhari" userId="2583e13476bf1f34" providerId="LiveId" clId="{D570B3A0-242E-4CB6-AE52-312F93FF2BE0}" dt="2026-10-09T10:27:46.628" v="969" actId="1076"/>
          <ac:spMkLst>
            <pc:docMk/>
            <pc:sldMk cId="2450247317" sldId="302"/>
            <ac:spMk id="16" creationId="{5C16B3FD-471A-6284-6FBF-3B76D3BEC601}"/>
          </ac:spMkLst>
        </pc:spChg>
        <pc:spChg chg="add mod">
          <ac:chgData name="Mohit Chaudhari" userId="2583e13476bf1f34" providerId="LiveId" clId="{D570B3A0-242E-4CB6-AE52-312F93FF2BE0}" dt="2026-10-09T10:27:46.628" v="969" actId="1076"/>
          <ac:spMkLst>
            <pc:docMk/>
            <pc:sldMk cId="2450247317" sldId="302"/>
            <ac:spMk id="17" creationId="{3FEEA979-F769-49E8-5B02-66DCE569DFCC}"/>
          </ac:spMkLst>
        </pc:spChg>
        <pc:spChg chg="add mod">
          <ac:chgData name="Mohit Chaudhari" userId="2583e13476bf1f34" providerId="LiveId" clId="{D570B3A0-242E-4CB6-AE52-312F93FF2BE0}" dt="2026-10-09T10:27:46.628" v="969" actId="1076"/>
          <ac:spMkLst>
            <pc:docMk/>
            <pc:sldMk cId="2450247317" sldId="302"/>
            <ac:spMk id="18" creationId="{DC28D3C0-B3D3-E5AA-853E-99E348471486}"/>
          </ac:spMkLst>
        </pc:spChg>
        <pc:spChg chg="add mod">
          <ac:chgData name="Mohit Chaudhari" userId="2583e13476bf1f34" providerId="LiveId" clId="{D570B3A0-242E-4CB6-AE52-312F93FF2BE0}" dt="2026-10-09T10:29:18.131" v="980" actId="1076"/>
          <ac:spMkLst>
            <pc:docMk/>
            <pc:sldMk cId="2450247317" sldId="302"/>
            <ac:spMk id="19" creationId="{C6920DA8-B61F-01BB-39E9-343C29DA83AA}"/>
          </ac:spMkLst>
        </pc:spChg>
        <pc:spChg chg="add mod">
          <ac:chgData name="Mohit Chaudhari" userId="2583e13476bf1f34" providerId="LiveId" clId="{D570B3A0-242E-4CB6-AE52-312F93FF2BE0}" dt="2026-10-09T10:29:18.131" v="980" actId="1076"/>
          <ac:spMkLst>
            <pc:docMk/>
            <pc:sldMk cId="2450247317" sldId="302"/>
            <ac:spMk id="20" creationId="{F5B350D0-8658-6711-F439-5C1DFB84AE94}"/>
          </ac:spMkLst>
        </pc:spChg>
        <pc:spChg chg="add mod">
          <ac:chgData name="Mohit Chaudhari" userId="2583e13476bf1f34" providerId="LiveId" clId="{D570B3A0-242E-4CB6-AE52-312F93FF2BE0}" dt="2026-10-09T10:29:18.131" v="980" actId="1076"/>
          <ac:spMkLst>
            <pc:docMk/>
            <pc:sldMk cId="2450247317" sldId="302"/>
            <ac:spMk id="21" creationId="{02BEDB88-51AF-FBB1-22AD-F8945CEF4217}"/>
          </ac:spMkLst>
        </pc:spChg>
        <pc:spChg chg="add del mod">
          <ac:chgData name="Mohit Chaudhari" userId="2583e13476bf1f34" providerId="LiveId" clId="{D570B3A0-242E-4CB6-AE52-312F93FF2BE0}" dt="2026-10-13T11:11:42.323" v="1001" actId="21"/>
          <ac:spMkLst>
            <pc:docMk/>
            <pc:sldMk cId="2450247317" sldId="302"/>
            <ac:spMk id="22" creationId="{ED462A98-7F54-7138-701D-E85C9FB4784F}"/>
          </ac:spMkLst>
        </pc:spChg>
        <pc:spChg chg="add del mod">
          <ac:chgData name="Mohit Chaudhari" userId="2583e13476bf1f34" providerId="LiveId" clId="{D570B3A0-242E-4CB6-AE52-312F93FF2BE0}" dt="2026-10-13T11:11:42.323" v="1001" actId="21"/>
          <ac:spMkLst>
            <pc:docMk/>
            <pc:sldMk cId="2450247317" sldId="302"/>
            <ac:spMk id="23" creationId="{17B76A8D-D51B-BF12-EF89-86F5D77091C2}"/>
          </ac:spMkLst>
        </pc:spChg>
        <pc:spChg chg="add del mod">
          <ac:chgData name="Mohit Chaudhari" userId="2583e13476bf1f34" providerId="LiveId" clId="{D570B3A0-242E-4CB6-AE52-312F93FF2BE0}" dt="2026-10-13T11:11:42.323" v="1001" actId="21"/>
          <ac:spMkLst>
            <pc:docMk/>
            <pc:sldMk cId="2450247317" sldId="302"/>
            <ac:spMk id="24" creationId="{653B235E-9B68-7BB7-C5DA-9BC01011C778}"/>
          </ac:spMkLst>
        </pc:spChg>
        <pc:spChg chg="add del mod">
          <ac:chgData name="Mohit Chaudhari" userId="2583e13476bf1f34" providerId="LiveId" clId="{D570B3A0-242E-4CB6-AE52-312F93FF2BE0}" dt="2026-10-13T11:12:06.926" v="1003" actId="21"/>
          <ac:spMkLst>
            <pc:docMk/>
            <pc:sldMk cId="2450247317" sldId="302"/>
            <ac:spMk id="25" creationId="{F097B3CB-739F-BA7B-7B8D-A35832E15062}"/>
          </ac:spMkLst>
        </pc:spChg>
        <pc:spChg chg="add del mod">
          <ac:chgData name="Mohit Chaudhari" userId="2583e13476bf1f34" providerId="LiveId" clId="{D570B3A0-242E-4CB6-AE52-312F93FF2BE0}" dt="2026-10-13T11:12:06.926" v="1003" actId="21"/>
          <ac:spMkLst>
            <pc:docMk/>
            <pc:sldMk cId="2450247317" sldId="302"/>
            <ac:spMk id="26" creationId="{26303C12-850C-64C7-978D-4D077D512B00}"/>
          </ac:spMkLst>
        </pc:spChg>
        <pc:spChg chg="add del mod">
          <ac:chgData name="Mohit Chaudhari" userId="2583e13476bf1f34" providerId="LiveId" clId="{D570B3A0-242E-4CB6-AE52-312F93FF2BE0}" dt="2026-10-13T11:12:06.926" v="1003" actId="21"/>
          <ac:spMkLst>
            <pc:docMk/>
            <pc:sldMk cId="2450247317" sldId="302"/>
            <ac:spMk id="27" creationId="{53BE30AF-B27B-5BC9-8F6B-943B5CFCED04}"/>
          </ac:spMkLst>
        </pc:spChg>
        <pc:spChg chg="add mod">
          <ac:chgData name="Mohit Chaudhari" userId="2583e13476bf1f34" providerId="LiveId" clId="{D570B3A0-242E-4CB6-AE52-312F93FF2BE0}" dt="2026-10-13T11:11:54.759" v="1002" actId="1076"/>
          <ac:spMkLst>
            <pc:docMk/>
            <pc:sldMk cId="2450247317" sldId="302"/>
            <ac:spMk id="28" creationId="{9950B0A7-51E9-BD78-AD10-7CD4B40925E6}"/>
          </ac:spMkLst>
        </pc:spChg>
        <pc:spChg chg="add">
          <ac:chgData name="Mohit Chaudhari" userId="2583e13476bf1f34" providerId="LiveId" clId="{D570B3A0-242E-4CB6-AE52-312F93FF2BE0}" dt="2026-10-09T10:29:38.669" v="983" actId="22"/>
          <ac:spMkLst>
            <pc:docMk/>
            <pc:sldMk cId="2450247317" sldId="302"/>
            <ac:spMk id="29" creationId="{F494770B-A363-26B3-65F9-D8366C366236}"/>
          </ac:spMkLst>
        </pc:spChg>
        <pc:spChg chg="add mod">
          <ac:chgData name="Mohit Chaudhari" userId="2583e13476bf1f34" providerId="LiveId" clId="{D570B3A0-242E-4CB6-AE52-312F93FF2BE0}" dt="2026-10-13T11:11:54.759" v="1002" actId="1076"/>
          <ac:spMkLst>
            <pc:docMk/>
            <pc:sldMk cId="2450247317" sldId="302"/>
            <ac:spMk id="30" creationId="{32DCD89E-1176-FFF0-D727-A3F2E530A822}"/>
          </ac:spMkLst>
        </pc:spChg>
        <pc:spChg chg="add mod">
          <ac:chgData name="Mohit Chaudhari" userId="2583e13476bf1f34" providerId="LiveId" clId="{D570B3A0-242E-4CB6-AE52-312F93FF2BE0}" dt="2026-10-13T11:11:54.759" v="1002" actId="1076"/>
          <ac:spMkLst>
            <pc:docMk/>
            <pc:sldMk cId="2450247317" sldId="302"/>
            <ac:spMk id="31" creationId="{C5E8F291-9C8B-BEDA-02E7-8AD735C76C7E}"/>
          </ac:spMkLst>
        </pc:spChg>
        <pc:spChg chg="add mod">
          <ac:chgData name="Mohit Chaudhari" userId="2583e13476bf1f34" providerId="LiveId" clId="{D570B3A0-242E-4CB6-AE52-312F93FF2BE0}" dt="2026-10-13T11:12:35.012" v="1006" actId="1076"/>
          <ac:spMkLst>
            <pc:docMk/>
            <pc:sldMk cId="2450247317" sldId="302"/>
            <ac:spMk id="32" creationId="{45703427-3DBE-0990-337E-18509579708A}"/>
          </ac:spMkLst>
        </pc:spChg>
        <pc:spChg chg="add mod">
          <ac:chgData name="Mohit Chaudhari" userId="2583e13476bf1f34" providerId="LiveId" clId="{D570B3A0-242E-4CB6-AE52-312F93FF2BE0}" dt="2026-10-13T11:12:26.619" v="1005" actId="1076"/>
          <ac:spMkLst>
            <pc:docMk/>
            <pc:sldMk cId="2450247317" sldId="302"/>
            <ac:spMk id="33" creationId="{8792F30A-DDAE-37BE-3110-93EEA3EF65FC}"/>
          </ac:spMkLst>
        </pc:spChg>
        <pc:spChg chg="add mod">
          <ac:chgData name="Mohit Chaudhari" userId="2583e13476bf1f34" providerId="LiveId" clId="{D570B3A0-242E-4CB6-AE52-312F93FF2BE0}" dt="2026-10-13T11:12:26.619" v="1005" actId="1076"/>
          <ac:spMkLst>
            <pc:docMk/>
            <pc:sldMk cId="2450247317" sldId="302"/>
            <ac:spMk id="34" creationId="{FF7ECD73-DAF2-34D7-ADC3-61B74804FF9D}"/>
          </ac:spMkLst>
        </pc:spChg>
      </pc:sldChg>
      <pc:sldChg chg="addSp modSp new mod">
        <pc:chgData name="Mohit Chaudhari" userId="2583e13476bf1f34" providerId="LiveId" clId="{D570B3A0-242E-4CB6-AE52-312F93FF2BE0}" dt="2026-10-09T10:31:49.505" v="987" actId="22"/>
        <pc:sldMkLst>
          <pc:docMk/>
          <pc:sldMk cId="4104701237" sldId="303"/>
        </pc:sldMkLst>
        <pc:spChg chg="add">
          <ac:chgData name="Mohit Chaudhari" userId="2583e13476bf1f34" providerId="LiveId" clId="{D570B3A0-242E-4CB6-AE52-312F93FF2BE0}" dt="2026-10-09T10:31:03.217" v="985" actId="22"/>
          <ac:spMkLst>
            <pc:docMk/>
            <pc:sldMk cId="4104701237" sldId="303"/>
            <ac:spMk id="3" creationId="{C6D06DB0-8268-9C58-44F4-F2F48829666B}"/>
          </ac:spMkLst>
        </pc:spChg>
        <pc:spChg chg="add mod">
          <ac:chgData name="Mohit Chaudhari" userId="2583e13476bf1f34" providerId="LiveId" clId="{D570B3A0-242E-4CB6-AE52-312F93FF2BE0}" dt="2026-10-09T10:31:36.025" v="986"/>
          <ac:spMkLst>
            <pc:docMk/>
            <pc:sldMk cId="4104701237" sldId="303"/>
            <ac:spMk id="4" creationId="{A038A9AC-09F9-4619-1F5C-2633E511FA1A}"/>
          </ac:spMkLst>
        </pc:spChg>
        <pc:spChg chg="add mod">
          <ac:chgData name="Mohit Chaudhari" userId="2583e13476bf1f34" providerId="LiveId" clId="{D570B3A0-242E-4CB6-AE52-312F93FF2BE0}" dt="2026-10-09T10:31:36.025" v="986"/>
          <ac:spMkLst>
            <pc:docMk/>
            <pc:sldMk cId="4104701237" sldId="303"/>
            <ac:spMk id="6" creationId="{A7E7F022-6D8C-79CF-08D1-1E70088D051E}"/>
          </ac:spMkLst>
        </pc:spChg>
        <pc:spChg chg="add mod">
          <ac:chgData name="Mohit Chaudhari" userId="2583e13476bf1f34" providerId="LiveId" clId="{D570B3A0-242E-4CB6-AE52-312F93FF2BE0}" dt="2026-10-09T10:31:36.025" v="986"/>
          <ac:spMkLst>
            <pc:docMk/>
            <pc:sldMk cId="4104701237" sldId="303"/>
            <ac:spMk id="11" creationId="{FD6D83B2-C63E-7852-443E-F802FA0EA5A2}"/>
          </ac:spMkLst>
        </pc:spChg>
        <pc:spChg chg="add mod">
          <ac:chgData name="Mohit Chaudhari" userId="2583e13476bf1f34" providerId="LiveId" clId="{D570B3A0-242E-4CB6-AE52-312F93FF2BE0}" dt="2026-10-09T10:31:36.025" v="986"/>
          <ac:spMkLst>
            <pc:docMk/>
            <pc:sldMk cId="4104701237" sldId="303"/>
            <ac:spMk id="12" creationId="{B57B5A5B-F3AD-14EE-CD3A-692BC5E37FA4}"/>
          </ac:spMkLst>
        </pc:spChg>
        <pc:spChg chg="add mod">
          <ac:chgData name="Mohit Chaudhari" userId="2583e13476bf1f34" providerId="LiveId" clId="{D570B3A0-242E-4CB6-AE52-312F93FF2BE0}" dt="2026-10-09T10:31:36.025" v="986"/>
          <ac:spMkLst>
            <pc:docMk/>
            <pc:sldMk cId="4104701237" sldId="303"/>
            <ac:spMk id="14" creationId="{1FCEC6C4-4026-FC7A-8EB5-FCBEFD81DBA0}"/>
          </ac:spMkLst>
        </pc:spChg>
        <pc:spChg chg="add mod">
          <ac:chgData name="Mohit Chaudhari" userId="2583e13476bf1f34" providerId="LiveId" clId="{D570B3A0-242E-4CB6-AE52-312F93FF2BE0}" dt="2026-10-09T10:31:36.025" v="986"/>
          <ac:spMkLst>
            <pc:docMk/>
            <pc:sldMk cId="4104701237" sldId="303"/>
            <ac:spMk id="16" creationId="{3D3D17A1-B58D-C5B0-331B-5F888FB3A59F}"/>
          </ac:spMkLst>
        </pc:spChg>
        <pc:spChg chg="add mod">
          <ac:chgData name="Mohit Chaudhari" userId="2583e13476bf1f34" providerId="LiveId" clId="{D570B3A0-242E-4CB6-AE52-312F93FF2BE0}" dt="2026-10-09T10:31:36.025" v="986"/>
          <ac:spMkLst>
            <pc:docMk/>
            <pc:sldMk cId="4104701237" sldId="303"/>
            <ac:spMk id="18" creationId="{ADBFA46D-F609-C4B9-CB8E-E4E45680C64C}"/>
          </ac:spMkLst>
        </pc:spChg>
        <pc:spChg chg="add mod">
          <ac:chgData name="Mohit Chaudhari" userId="2583e13476bf1f34" providerId="LiveId" clId="{D570B3A0-242E-4CB6-AE52-312F93FF2BE0}" dt="2026-10-09T10:31:36.025" v="986"/>
          <ac:spMkLst>
            <pc:docMk/>
            <pc:sldMk cId="4104701237" sldId="303"/>
            <ac:spMk id="19" creationId="{4B14AB41-A34F-A7E8-F483-C54A35EC775D}"/>
          </ac:spMkLst>
        </pc:spChg>
        <pc:spChg chg="add mod">
          <ac:chgData name="Mohit Chaudhari" userId="2583e13476bf1f34" providerId="LiveId" clId="{D570B3A0-242E-4CB6-AE52-312F93FF2BE0}" dt="2026-10-09T10:31:36.025" v="986"/>
          <ac:spMkLst>
            <pc:docMk/>
            <pc:sldMk cId="4104701237" sldId="303"/>
            <ac:spMk id="20" creationId="{192B070B-6756-7462-9871-0231349C1384}"/>
          </ac:spMkLst>
        </pc:spChg>
        <pc:spChg chg="add mod">
          <ac:chgData name="Mohit Chaudhari" userId="2583e13476bf1f34" providerId="LiveId" clId="{D570B3A0-242E-4CB6-AE52-312F93FF2BE0}" dt="2026-10-09T10:31:36.025" v="986"/>
          <ac:spMkLst>
            <pc:docMk/>
            <pc:sldMk cId="4104701237" sldId="303"/>
            <ac:spMk id="21" creationId="{2BB3E52E-ABDD-9001-690E-38D4186B8AD9}"/>
          </ac:spMkLst>
        </pc:spChg>
        <pc:spChg chg="add">
          <ac:chgData name="Mohit Chaudhari" userId="2583e13476bf1f34" providerId="LiveId" clId="{D570B3A0-242E-4CB6-AE52-312F93FF2BE0}" dt="2026-10-09T10:31:49.505" v="987" actId="22"/>
          <ac:spMkLst>
            <pc:docMk/>
            <pc:sldMk cId="4104701237" sldId="303"/>
            <ac:spMk id="23" creationId="{82D2A107-E1F0-79CA-7738-7A29450DB101}"/>
          </ac:spMkLst>
        </pc:spChg>
      </pc:sldChg>
      <pc:sldChg chg="addSp modSp new mod">
        <pc:chgData name="Mohit Chaudhari" userId="2583e13476bf1f34" providerId="LiveId" clId="{D570B3A0-242E-4CB6-AE52-312F93FF2BE0}" dt="2026-10-13T12:02:11.048" v="1032" actId="113"/>
        <pc:sldMkLst>
          <pc:docMk/>
          <pc:sldMk cId="3467389425" sldId="304"/>
        </pc:sldMkLst>
        <pc:spChg chg="add">
          <ac:chgData name="Mohit Chaudhari" userId="2583e13476bf1f34" providerId="LiveId" clId="{D570B3A0-242E-4CB6-AE52-312F93FF2BE0}" dt="2026-10-13T11:52:04.520" v="1018" actId="22"/>
          <ac:spMkLst>
            <pc:docMk/>
            <pc:sldMk cId="3467389425" sldId="304"/>
            <ac:spMk id="7" creationId="{7ED88940-F009-C79B-5E34-9A068BDE4241}"/>
          </ac:spMkLst>
        </pc:spChg>
        <pc:spChg chg="add mod">
          <ac:chgData name="Mohit Chaudhari" userId="2583e13476bf1f34" providerId="LiveId" clId="{D570B3A0-242E-4CB6-AE52-312F93FF2BE0}" dt="2026-10-13T12:02:11.048" v="1032" actId="113"/>
          <ac:spMkLst>
            <pc:docMk/>
            <pc:sldMk cId="3467389425" sldId="304"/>
            <ac:spMk id="9" creationId="{ADFADD71-6F42-7DD1-716B-9DC7FE8555CE}"/>
          </ac:spMkLst>
        </pc:spChg>
        <pc:picChg chg="add mod">
          <ac:chgData name="Mohit Chaudhari" userId="2583e13476bf1f34" providerId="LiveId" clId="{D570B3A0-242E-4CB6-AE52-312F93FF2BE0}" dt="2026-10-13T11:52:25.242" v="1023" actId="1076"/>
          <ac:picMkLst>
            <pc:docMk/>
            <pc:sldMk cId="3467389425" sldId="304"/>
            <ac:picMk id="3" creationId="{6E9F44AD-452B-9394-0A10-9855BA6F30B0}"/>
          </ac:picMkLst>
        </pc:picChg>
        <pc:picChg chg="add mod">
          <ac:chgData name="Mohit Chaudhari" userId="2583e13476bf1f34" providerId="LiveId" clId="{D570B3A0-242E-4CB6-AE52-312F93FF2BE0}" dt="2026-10-13T11:52:11.294" v="1020" actId="1076"/>
          <ac:picMkLst>
            <pc:docMk/>
            <pc:sldMk cId="3467389425" sldId="304"/>
            <ac:picMk id="5" creationId="{21790F31-A0AC-CC8D-559A-8330A910541E}"/>
          </ac:picMkLst>
        </pc:picChg>
      </pc:sldChg>
      <pc:sldChg chg="addSp delSp modSp new mod ord">
        <pc:chgData name="Mohit Chaudhari" userId="2583e13476bf1f34" providerId="LiveId" clId="{D570B3A0-242E-4CB6-AE52-312F93FF2BE0}" dt="2026-10-13T12:11:36.341" v="1254" actId="22"/>
        <pc:sldMkLst>
          <pc:docMk/>
          <pc:sldMk cId="2740286057" sldId="305"/>
        </pc:sldMkLst>
        <pc:spChg chg="add">
          <ac:chgData name="Mohit Chaudhari" userId="2583e13476bf1f34" providerId="LiveId" clId="{D570B3A0-242E-4CB6-AE52-312F93FF2BE0}" dt="2026-10-13T12:02:41.075" v="1036" actId="22"/>
          <ac:spMkLst>
            <pc:docMk/>
            <pc:sldMk cId="2740286057" sldId="305"/>
            <ac:spMk id="3" creationId="{E977D975-68DC-8758-843A-523BCECFE86F}"/>
          </ac:spMkLst>
        </pc:spChg>
        <pc:spChg chg="add mod">
          <ac:chgData name="Mohit Chaudhari" userId="2583e13476bf1f34" providerId="LiveId" clId="{D570B3A0-242E-4CB6-AE52-312F93FF2BE0}" dt="2026-10-13T12:11:18.055" v="1251" actId="1076"/>
          <ac:spMkLst>
            <pc:docMk/>
            <pc:sldMk cId="2740286057" sldId="305"/>
            <ac:spMk id="9" creationId="{AB6AB754-D837-14E7-A49D-B2C65B25954D}"/>
          </ac:spMkLst>
        </pc:spChg>
        <pc:spChg chg="add del">
          <ac:chgData name="Mohit Chaudhari" userId="2583e13476bf1f34" providerId="LiveId" clId="{D570B3A0-242E-4CB6-AE52-312F93FF2BE0}" dt="2026-10-13T12:08:26.451" v="1085" actId="22"/>
          <ac:spMkLst>
            <pc:docMk/>
            <pc:sldMk cId="2740286057" sldId="305"/>
            <ac:spMk id="11" creationId="{A9B6A5EE-D706-1BBC-17F9-713BE9427055}"/>
          </ac:spMkLst>
        </pc:spChg>
        <pc:spChg chg="add mod">
          <ac:chgData name="Mohit Chaudhari" userId="2583e13476bf1f34" providerId="LiveId" clId="{D570B3A0-242E-4CB6-AE52-312F93FF2BE0}" dt="2026-10-13T12:09:51.084" v="1236" actId="255"/>
          <ac:spMkLst>
            <pc:docMk/>
            <pc:sldMk cId="2740286057" sldId="305"/>
            <ac:spMk id="13" creationId="{EFBCA664-7189-B2E3-4C7B-AFA4CD28F052}"/>
          </ac:spMkLst>
        </pc:spChg>
        <pc:spChg chg="add">
          <ac:chgData name="Mohit Chaudhari" userId="2583e13476bf1f34" providerId="LiveId" clId="{D570B3A0-242E-4CB6-AE52-312F93FF2BE0}" dt="2026-10-13T12:11:36.341" v="1254" actId="22"/>
          <ac:spMkLst>
            <pc:docMk/>
            <pc:sldMk cId="2740286057" sldId="305"/>
            <ac:spMk id="15" creationId="{D3258A25-D293-FC2B-4C92-5C8312449691}"/>
          </ac:spMkLst>
        </pc:spChg>
        <pc:picChg chg="add mod">
          <ac:chgData name="Mohit Chaudhari" userId="2583e13476bf1f34" providerId="LiveId" clId="{D570B3A0-242E-4CB6-AE52-312F93FF2BE0}" dt="2026-10-13T12:11:21.277" v="1252" actId="1076"/>
          <ac:picMkLst>
            <pc:docMk/>
            <pc:sldMk cId="2740286057" sldId="305"/>
            <ac:picMk id="5" creationId="{85C6A765-01FF-4CF9-A635-BEB2365292D4}"/>
          </ac:picMkLst>
        </pc:picChg>
        <pc:picChg chg="add mod">
          <ac:chgData name="Mohit Chaudhari" userId="2583e13476bf1f34" providerId="LiveId" clId="{D570B3A0-242E-4CB6-AE52-312F93FF2BE0}" dt="2026-10-13T12:11:25.177" v="1253" actId="1076"/>
          <ac:picMkLst>
            <pc:docMk/>
            <pc:sldMk cId="2740286057" sldId="305"/>
            <ac:picMk id="7" creationId="{E5EB3845-E77A-29EB-C35E-A5CD190B9E21}"/>
          </ac:picMkLst>
        </pc:picChg>
      </pc:sldChg>
      <pc:sldChg chg="new del">
        <pc:chgData name="Mohit Chaudhari" userId="2583e13476bf1f34" providerId="LiveId" clId="{D570B3A0-242E-4CB6-AE52-312F93FF2BE0}" dt="2026-10-13T12:03:38.909" v="1038" actId="2696"/>
        <pc:sldMkLst>
          <pc:docMk/>
          <pc:sldMk cId="1986195782" sldId="306"/>
        </pc:sldMkLst>
      </pc:sldChg>
      <pc:sldChg chg="addSp modSp new mod">
        <pc:chgData name="Mohit Chaudhari" userId="2583e13476bf1f34" providerId="LiveId" clId="{D570B3A0-242E-4CB6-AE52-312F93FF2BE0}" dt="2026-10-13T12:17:57.704" v="1318" actId="1076"/>
        <pc:sldMkLst>
          <pc:docMk/>
          <pc:sldMk cId="2743990375" sldId="306"/>
        </pc:sldMkLst>
        <pc:spChg chg="add">
          <ac:chgData name="Mohit Chaudhari" userId="2583e13476bf1f34" providerId="LiveId" clId="{D570B3A0-242E-4CB6-AE52-312F93FF2BE0}" dt="2026-10-13T12:14:39.076" v="1280" actId="22"/>
          <ac:spMkLst>
            <pc:docMk/>
            <pc:sldMk cId="2743990375" sldId="306"/>
            <ac:spMk id="7" creationId="{6A19EC6C-30AF-C9AE-9162-53EA0CFE638F}"/>
          </ac:spMkLst>
        </pc:spChg>
        <pc:spChg chg="add mod">
          <ac:chgData name="Mohit Chaudhari" userId="2583e13476bf1f34" providerId="LiveId" clId="{D570B3A0-242E-4CB6-AE52-312F93FF2BE0}" dt="2026-10-13T12:17:21.316" v="1306" actId="113"/>
          <ac:spMkLst>
            <pc:docMk/>
            <pc:sldMk cId="2743990375" sldId="306"/>
            <ac:spMk id="9" creationId="{8FBFF723-5A07-3F7E-4E19-FD01DD147F04}"/>
          </ac:spMkLst>
        </pc:spChg>
        <pc:picChg chg="add mod">
          <ac:chgData name="Mohit Chaudhari" userId="2583e13476bf1f34" providerId="LiveId" clId="{D570B3A0-242E-4CB6-AE52-312F93FF2BE0}" dt="2026-10-13T12:17:57.704" v="1318" actId="1076"/>
          <ac:picMkLst>
            <pc:docMk/>
            <pc:sldMk cId="2743990375" sldId="306"/>
            <ac:picMk id="3" creationId="{6107AAFA-9D53-A484-C18A-8B521A3EA44D}"/>
          </ac:picMkLst>
        </pc:picChg>
        <pc:picChg chg="add mod">
          <ac:chgData name="Mohit Chaudhari" userId="2583e13476bf1f34" providerId="LiveId" clId="{D570B3A0-242E-4CB6-AE52-312F93FF2BE0}" dt="2026-10-13T12:17:53.400" v="1317" actId="1076"/>
          <ac:picMkLst>
            <pc:docMk/>
            <pc:sldMk cId="2743990375" sldId="306"/>
            <ac:picMk id="5" creationId="{CB829E28-7721-1CEA-1E42-7B832A9A0C4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974A2-9AD6-D69D-9EA1-F40FEFE68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0790-70A4-C04C-E916-3B1C4FEC8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130B0-83EE-E5B7-A516-36A4F305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71BDE-B350-3FD2-2E0C-3FFEC11A9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7808D-67F4-4EB4-3A3E-7D96AC1EE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97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E16F9-3213-B0CB-E260-438FCFF2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31E69-B61D-3998-510F-57D82605C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8A0E0-B7D3-4B43-CC27-A3FA57B0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4F06C-186E-FFA8-0B69-A56A7792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1575C-ED40-3312-8C23-5143E72BB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261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8DB0-7658-7B9C-3558-F6CAACB88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F2364-E74F-31C8-4732-55AEDDA64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B10CD-304A-DB20-2C5F-F59716B29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5283-1BFC-9092-6339-D8ED5A33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97607-94B9-6D6F-EAD1-83FEF5AC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81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EEA86-8B2A-F24F-793A-755A0D6B7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8BB60-857D-579C-FE8B-6969F3586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D4645-D7D4-A4FF-2E46-80EC097FF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AF389-2D33-9EEA-41D8-75E5EE11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83B28-BC90-0797-0B99-F2CC8BE7B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A4DF6-AF44-0B84-C5C2-21E6737A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02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CA2A-467A-EA83-1C29-D038B031D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BE1D7-1E44-96BC-DB56-54689C9A8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F1E13-6EC9-1C1B-67EC-47032B66A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D4DBF-3819-106F-D39E-C2B397F12F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78AC1-481D-430C-B928-29B4CE10D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7C3C5-D540-6BCD-697B-0FEB10D36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C165E-8EB8-6448-98A8-19B560829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45C50-BEB9-73F3-EFE3-7DBAE3EC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41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2A2D-F8ED-0BB0-6FED-AC3C56ED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8FD09-EFCE-E3D2-07C3-95624F4EA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7D324-7782-F3B1-38B4-40BB5FF7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F9BC4-6976-D970-0FDF-FACCD5B58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6855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E982B5-666B-5CE5-E004-E8A9C604F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0E0AC-20CA-22D3-D7A9-AA25D5E7A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43306-75F3-7E25-548A-99413D466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02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91E0-3BF4-B1FC-3A28-303ACE24B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98399-A6CB-9323-1477-4256E5A26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18F0F-31C0-1AB2-DDD5-03339832D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0E5CB-FA7B-605C-5783-870FDD48D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3A532-C948-E550-F3C1-5EE613F27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AFC26-5B12-FE12-1FB5-9F72E155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28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7C05-4412-D60E-D28E-2E8C3E74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7CF6BD-09B6-56FF-3507-9D4CE494F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830C9-CBCE-F92B-EC3D-A1983105B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5CB70-6381-C2F0-236B-BD209F31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9F4BA-081E-2C7D-0DAF-653EAB9A5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F5D23-3C72-E59D-642E-9BCE9877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469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F5EC-47BE-D093-A808-B5416B2DB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739DE-D629-D025-9855-36F1201D0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DE077-F18B-02F2-F558-0DBC7B5D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D1CB0-23DF-911D-AA02-E75BB7BBC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C1784-3A6F-22E6-DF1B-D09469AE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555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42CFE0-05FD-79A7-610F-EB12C6249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DA126-2796-7A94-C3C4-D3E0E8C10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1D1DE-714F-57CC-7B74-0148C606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7F2B1-7A70-932E-7992-62AB26B81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DE8FC-2A68-2905-3BE9-09C882A4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20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B616C-4903-69B2-D1E7-4DFBAF6C7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2AA6A-7AAC-B24C-3E6D-573E09111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8D999-E80D-FB67-7EB7-B654C3A781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7CE3-0452-FE17-79FC-B4110A1F3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56E43-B4DE-5496-66F7-84B8298B5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08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06" r:id="rId3"/>
    <p:sldLayoutId id="2147484007" r:id="rId4"/>
    <p:sldLayoutId id="2147484008" r:id="rId5"/>
    <p:sldLayoutId id="2147484009" r:id="rId6"/>
    <p:sldLayoutId id="2147484010" r:id="rId7"/>
    <p:sldLayoutId id="2147484011" r:id="rId8"/>
    <p:sldLayoutId id="2147484012" r:id="rId9"/>
    <p:sldLayoutId id="2147484013" r:id="rId10"/>
    <p:sldLayoutId id="214748401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it242004" TargetMode="External"/><Relationship Id="rId2" Type="http://schemas.openxmlformats.org/officeDocument/2006/relationships/hyperlink" Target="https://www.linkedin.com/in/mohit-chaudhari-028301259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389DC2F6-EF02-01DD-C14A-B52D037F20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1944"/>
            <a:ext cx="12190815" cy="68699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8FB310-58C4-09D0-E281-6DABCE1A5703}"/>
              </a:ext>
            </a:extLst>
          </p:cNvPr>
          <p:cNvSpPr txBox="1"/>
          <p:nvPr/>
        </p:nvSpPr>
        <p:spPr>
          <a:xfrm>
            <a:off x="3287481" y="3599599"/>
            <a:ext cx="5617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ospital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 Analytics</a:t>
            </a:r>
            <a:endParaRPr lang="en-A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3956A7-8517-BBB2-8A86-65838653A627}"/>
              </a:ext>
            </a:extLst>
          </p:cNvPr>
          <p:cNvSpPr txBox="1"/>
          <p:nvPr/>
        </p:nvSpPr>
        <p:spPr>
          <a:xfrm>
            <a:off x="2793734" y="4799927"/>
            <a:ext cx="66045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By: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Mohit Chaudhari &amp; Monesh Chaudhari</a:t>
            </a:r>
            <a:endParaRPr lang="en-IN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30206E-EB8A-0E4A-DEE3-31E4A4E73F95}"/>
              </a:ext>
            </a:extLst>
          </p:cNvPr>
          <p:cNvSpPr txBox="1"/>
          <p:nvPr/>
        </p:nvSpPr>
        <p:spPr>
          <a:xfrm>
            <a:off x="3287481" y="5630924"/>
            <a:ext cx="5617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/>
                <a:ea typeface="Calibri"/>
                <a:cs typeface="Times New Roman"/>
              </a:rPr>
              <a:t>Batch No.: 509</a:t>
            </a:r>
          </a:p>
        </p:txBody>
      </p:sp>
    </p:spTree>
    <p:extLst>
      <p:ext uri="{BB962C8B-B14F-4D97-AF65-F5344CB8AC3E}">
        <p14:creationId xmlns:p14="http://schemas.microsoft.com/office/powerpoint/2010/main" val="1613327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6CD6F4-AE36-9219-A71C-FDE3A172023A}"/>
              </a:ext>
            </a:extLst>
          </p:cNvPr>
          <p:cNvSpPr txBox="1"/>
          <p:nvPr/>
        </p:nvSpPr>
        <p:spPr>
          <a:xfrm>
            <a:off x="997973" y="433506"/>
            <a:ext cx="10196053" cy="323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me   </a:t>
            </a:r>
          </a:p>
          <a:p>
            <a:pPr algn="ctr"/>
            <a:endParaRPr lang="en-IN" sz="11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fontAlgn="base">
              <a:lnSpc>
                <a:spcPct val="15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Educational Background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(Computer Science and Engineering)</a:t>
            </a:r>
          </a:p>
          <a:p>
            <a:pPr lvl="0" algn="just" fontAlgn="base">
              <a:lnSpc>
                <a:spcPct val="150000"/>
              </a:lnSpc>
            </a:pP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fontAlgn="base">
              <a:lnSpc>
                <a:spcPct val="15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Want to learn Data Science because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allows me to turn raw data into meaningful insights that can solve real-world problems. In today’s digital world, data is everywhere, and I’m interested in understanding patterns, trends, and making data-driven decisions rather than relying on assumptions.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3A912-8074-84B6-3227-F357A136EFAC}"/>
              </a:ext>
            </a:extLst>
          </p:cNvPr>
          <p:cNvSpPr txBox="1"/>
          <p:nvPr/>
        </p:nvSpPr>
        <p:spPr>
          <a:xfrm>
            <a:off x="997973" y="3955123"/>
            <a:ext cx="2782529" cy="1493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hlinkClick r:id="rId2"/>
              </a:rPr>
              <a:t>LinkedIn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hlinkClick r:id="rId2"/>
              </a:rPr>
              <a:t> </a:t>
            </a:r>
            <a:r>
              <a:rPr lang="en-IN" sz="3200" b="1" dirty="0">
                <a:hlinkClick r:id="rId3"/>
              </a:rPr>
              <a:t>GitHub</a:t>
            </a:r>
            <a:endParaRPr lang="en-IN" sz="3200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53917F8-9A1A-DD48-D1DF-768F2164F1CA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96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675BD1-3F86-F9A4-0BE1-5E0518A5AAE6}"/>
              </a:ext>
            </a:extLst>
          </p:cNvPr>
          <p:cNvSpPr txBox="1"/>
          <p:nvPr/>
        </p:nvSpPr>
        <p:spPr>
          <a:xfrm>
            <a:off x="0" y="22824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FF0000"/>
                </a:solidFill>
                <a:latin typeface="Times New Roman"/>
                <a:ea typeface="Calibri" panose="020F0502020204030204" pitchFamily="34" charset="0"/>
                <a:cs typeface="Times New Roman"/>
              </a:rPr>
              <a:t>Objectives of the Project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rd">
            <a:extLst>
              <a:ext uri="{FF2B5EF4-FFF2-40B4-BE49-F238E27FC236}">
                <a16:creationId xmlns:a16="http://schemas.microsoft.com/office/drawing/2014/main" id="{DDEDC870-AA57-BBD5-7506-A3DA4D26DEC9}"/>
              </a:ext>
            </a:extLst>
          </p:cNvPr>
          <p:cNvSpPr/>
          <p:nvPr/>
        </p:nvSpPr>
        <p:spPr>
          <a:xfrm>
            <a:off x="590006" y="1059238"/>
            <a:ext cx="5394960" cy="10241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978FE39D-1F53-C5FB-2E2E-D9800C8119AB}"/>
              </a:ext>
            </a:extLst>
          </p:cNvPr>
          <p:cNvSpPr txBox="1"/>
          <p:nvPr/>
        </p:nvSpPr>
        <p:spPr>
          <a:xfrm>
            <a:off x="818606" y="11963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8AA51982-5916-8DCB-238C-F4FB6139E3F1}"/>
              </a:ext>
            </a:extLst>
          </p:cNvPr>
          <p:cNvSpPr txBox="1"/>
          <p:nvPr/>
        </p:nvSpPr>
        <p:spPr>
          <a:xfrm>
            <a:off x="1138646" y="1196398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E31E24"/>
                </a:solidFill>
              </a:rPr>
              <a:t>Design </a:t>
            </a:r>
            <a:r>
              <a:rPr lang="en-US" sz="1600" dirty="0">
                <a:solidFill>
                  <a:srgbClr val="1F2933"/>
                </a:solidFill>
              </a:rPr>
              <a:t>a relational database for hospital patient care operations</a:t>
            </a:r>
            <a:endParaRPr lang="en-US" sz="1600" dirty="0"/>
          </a:p>
        </p:txBody>
      </p:sp>
      <p:sp>
        <p:nvSpPr>
          <p:cNvPr id="7" name="Card">
            <a:extLst>
              <a:ext uri="{FF2B5EF4-FFF2-40B4-BE49-F238E27FC236}">
                <a16:creationId xmlns:a16="http://schemas.microsoft.com/office/drawing/2014/main" id="{285D3BBE-8205-7997-E123-6AECECBF06E6}"/>
              </a:ext>
            </a:extLst>
          </p:cNvPr>
          <p:cNvSpPr/>
          <p:nvPr/>
        </p:nvSpPr>
        <p:spPr>
          <a:xfrm>
            <a:off x="590006" y="2319472"/>
            <a:ext cx="5394960" cy="10241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D66C5EA1-91ED-E209-158C-E32AAB078DDA}"/>
              </a:ext>
            </a:extLst>
          </p:cNvPr>
          <p:cNvSpPr txBox="1"/>
          <p:nvPr/>
        </p:nvSpPr>
        <p:spPr>
          <a:xfrm>
            <a:off x="818606" y="24566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03</a:t>
            </a:r>
            <a:endParaRPr lang="en-US" sz="2000" dirty="0"/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0C1DE462-232B-59BB-FDF7-08B9BAF3FC78}"/>
              </a:ext>
            </a:extLst>
          </p:cNvPr>
          <p:cNvSpPr txBox="1"/>
          <p:nvPr/>
        </p:nvSpPr>
        <p:spPr>
          <a:xfrm>
            <a:off x="1138646" y="2438344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E31E24"/>
                </a:solidFill>
              </a:rPr>
              <a:t>Analyze </a:t>
            </a:r>
            <a:r>
              <a:rPr lang="en-US" sz="1600" dirty="0">
                <a:solidFill>
                  <a:srgbClr val="1F2933"/>
                </a:solidFill>
              </a:rPr>
              <a:t>patient and appointment demand by city, service, priority and channel</a:t>
            </a:r>
            <a:endParaRPr lang="en-US" sz="1600" dirty="0"/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E65852A1-0626-6E8F-E2BB-669E77D2E933}"/>
              </a:ext>
            </a:extLst>
          </p:cNvPr>
          <p:cNvSpPr/>
          <p:nvPr/>
        </p:nvSpPr>
        <p:spPr>
          <a:xfrm>
            <a:off x="590006" y="3613347"/>
            <a:ext cx="5394960" cy="10241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23">
            <a:extLst>
              <a:ext uri="{FF2B5EF4-FFF2-40B4-BE49-F238E27FC236}">
                <a16:creationId xmlns:a16="http://schemas.microsoft.com/office/drawing/2014/main" id="{9FFA42AC-26F1-AC5A-64D1-44FC4803C9A2}"/>
              </a:ext>
            </a:extLst>
          </p:cNvPr>
          <p:cNvSpPr txBox="1"/>
          <p:nvPr/>
        </p:nvSpPr>
        <p:spPr>
          <a:xfrm>
            <a:off x="818606" y="3750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05</a:t>
            </a:r>
            <a:endParaRPr lang="en-US" sz="2000" dirty="0"/>
          </a:p>
        </p:txBody>
      </p:sp>
      <p:sp>
        <p:nvSpPr>
          <p:cNvPr id="12" name="Text 24">
            <a:extLst>
              <a:ext uri="{FF2B5EF4-FFF2-40B4-BE49-F238E27FC236}">
                <a16:creationId xmlns:a16="http://schemas.microsoft.com/office/drawing/2014/main" id="{D6880CF8-90E1-F8F5-01AC-6DB677734320}"/>
              </a:ext>
            </a:extLst>
          </p:cNvPr>
          <p:cNvSpPr txBox="1"/>
          <p:nvPr/>
        </p:nvSpPr>
        <p:spPr>
          <a:xfrm>
            <a:off x="1138646" y="3750507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E31E24"/>
                </a:solidFill>
              </a:rPr>
              <a:t>Evaluate </a:t>
            </a:r>
            <a:r>
              <a:rPr lang="en-US" sz="1600" dirty="0">
                <a:solidFill>
                  <a:srgbClr val="1F2933"/>
                </a:solidFill>
              </a:rPr>
              <a:t>treatment outcomes, waiting time and duration</a:t>
            </a:r>
            <a:endParaRPr lang="en-US" sz="1600" dirty="0"/>
          </a:p>
        </p:txBody>
      </p:sp>
      <p:sp>
        <p:nvSpPr>
          <p:cNvPr id="13" name="Card">
            <a:extLst>
              <a:ext uri="{FF2B5EF4-FFF2-40B4-BE49-F238E27FC236}">
                <a16:creationId xmlns:a16="http://schemas.microsoft.com/office/drawing/2014/main" id="{E563D59C-8F36-2155-9A53-548A4185E657}"/>
              </a:ext>
            </a:extLst>
          </p:cNvPr>
          <p:cNvSpPr/>
          <p:nvPr/>
        </p:nvSpPr>
        <p:spPr>
          <a:xfrm>
            <a:off x="590006" y="4907222"/>
            <a:ext cx="5394960" cy="10241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8C38D7B2-6D24-62CE-F0D6-53D4DCF62D4B}"/>
              </a:ext>
            </a:extLst>
          </p:cNvPr>
          <p:cNvSpPr txBox="1"/>
          <p:nvPr/>
        </p:nvSpPr>
        <p:spPr>
          <a:xfrm>
            <a:off x="818606" y="5044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07</a:t>
            </a:r>
            <a:endParaRPr lang="en-US" sz="2000" dirty="0"/>
          </a:p>
        </p:txBody>
      </p:sp>
      <p:sp>
        <p:nvSpPr>
          <p:cNvPr id="15" name="Text 32">
            <a:extLst>
              <a:ext uri="{FF2B5EF4-FFF2-40B4-BE49-F238E27FC236}">
                <a16:creationId xmlns:a16="http://schemas.microsoft.com/office/drawing/2014/main" id="{40F6A81A-8280-EDD1-808B-8C0BB36FC008}"/>
              </a:ext>
            </a:extLst>
          </p:cNvPr>
          <p:cNvSpPr txBox="1"/>
          <p:nvPr/>
        </p:nvSpPr>
        <p:spPr>
          <a:xfrm>
            <a:off x="1138646" y="5044382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E31E24"/>
                </a:solidFill>
              </a:rPr>
              <a:t>Identify </a:t>
            </a:r>
            <a:r>
              <a:rPr lang="en-US" sz="1600" dirty="0">
                <a:solidFill>
                  <a:srgbClr val="1F2933"/>
                </a:solidFill>
              </a:rPr>
              <a:t>cancellations, no-shows, rescheduling and repeat attempts</a:t>
            </a:r>
            <a:endParaRPr lang="en-US" sz="1600" dirty="0"/>
          </a:p>
        </p:txBody>
      </p:sp>
      <p:sp>
        <p:nvSpPr>
          <p:cNvPr id="16" name="Card">
            <a:extLst>
              <a:ext uri="{FF2B5EF4-FFF2-40B4-BE49-F238E27FC236}">
                <a16:creationId xmlns:a16="http://schemas.microsoft.com/office/drawing/2014/main" id="{5C16B3FD-471A-6284-6FBF-3B76D3BEC601}"/>
              </a:ext>
            </a:extLst>
          </p:cNvPr>
          <p:cNvSpPr/>
          <p:nvPr/>
        </p:nvSpPr>
        <p:spPr>
          <a:xfrm>
            <a:off x="6305006" y="1050094"/>
            <a:ext cx="5394960" cy="10241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FEEA979-F769-49E8-5B02-66DCE569DFCC}"/>
              </a:ext>
            </a:extLst>
          </p:cNvPr>
          <p:cNvSpPr txBox="1"/>
          <p:nvPr/>
        </p:nvSpPr>
        <p:spPr>
          <a:xfrm>
            <a:off x="6533606" y="11872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02</a:t>
            </a:r>
            <a:endParaRPr lang="en-US" sz="20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C28D3C0-B3D3-E5AA-853E-99E348471486}"/>
              </a:ext>
            </a:extLst>
          </p:cNvPr>
          <p:cNvSpPr txBox="1"/>
          <p:nvPr/>
        </p:nvSpPr>
        <p:spPr>
          <a:xfrm>
            <a:off x="6853646" y="1187254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E31E24"/>
                </a:solidFill>
              </a:rPr>
              <a:t>Import </a:t>
            </a:r>
            <a:r>
              <a:rPr lang="en-US" sz="1600" dirty="0">
                <a:solidFill>
                  <a:srgbClr val="1F2933"/>
                </a:solidFill>
              </a:rPr>
              <a:t>and manage structured hospital data using MySQL</a:t>
            </a:r>
            <a:endParaRPr lang="en-US" sz="1600" dirty="0"/>
          </a:p>
        </p:txBody>
      </p:sp>
      <p:sp>
        <p:nvSpPr>
          <p:cNvPr id="19" name="Card">
            <a:extLst>
              <a:ext uri="{FF2B5EF4-FFF2-40B4-BE49-F238E27FC236}">
                <a16:creationId xmlns:a16="http://schemas.microsoft.com/office/drawing/2014/main" id="{C6920DA8-B61F-01BB-39E9-343C29DA83AA}"/>
              </a:ext>
            </a:extLst>
          </p:cNvPr>
          <p:cNvSpPr/>
          <p:nvPr/>
        </p:nvSpPr>
        <p:spPr>
          <a:xfrm>
            <a:off x="6305006" y="2319472"/>
            <a:ext cx="5394960" cy="10241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F5B350D0-8658-6711-F439-5C1DFB84AE94}"/>
              </a:ext>
            </a:extLst>
          </p:cNvPr>
          <p:cNvSpPr txBox="1"/>
          <p:nvPr/>
        </p:nvSpPr>
        <p:spPr>
          <a:xfrm>
            <a:off x="6533606" y="24566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04</a:t>
            </a:r>
            <a:endParaRPr lang="en-US" sz="20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02BEDB88-51AF-FBB1-22AD-F8945CEF4217}"/>
              </a:ext>
            </a:extLst>
          </p:cNvPr>
          <p:cNvSpPr txBox="1"/>
          <p:nvPr/>
        </p:nvSpPr>
        <p:spPr>
          <a:xfrm>
            <a:off x="6853646" y="2456632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E31E24"/>
                </a:solidFill>
              </a:rPr>
              <a:t>Understand </a:t>
            </a:r>
            <a:r>
              <a:rPr lang="en-US" sz="1600" dirty="0">
                <a:solidFill>
                  <a:srgbClr val="1F2933"/>
                </a:solidFill>
              </a:rPr>
              <a:t>appointment behaviour and frequently active patients</a:t>
            </a:r>
            <a:endParaRPr lang="en-US" sz="1600" dirty="0"/>
          </a:p>
        </p:txBody>
      </p:sp>
      <p:sp>
        <p:nvSpPr>
          <p:cNvPr id="29" name="Freeform 3">
            <a:extLst>
              <a:ext uri="{FF2B5EF4-FFF2-40B4-BE49-F238E27FC236}">
                <a16:creationId xmlns:a16="http://schemas.microsoft.com/office/drawing/2014/main" id="{F494770B-A363-26B3-65F9-D8366C366236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Card">
            <a:extLst>
              <a:ext uri="{FF2B5EF4-FFF2-40B4-BE49-F238E27FC236}">
                <a16:creationId xmlns:a16="http://schemas.microsoft.com/office/drawing/2014/main" id="{9950B0A7-51E9-BD78-AD10-7CD4B40925E6}"/>
              </a:ext>
            </a:extLst>
          </p:cNvPr>
          <p:cNvSpPr/>
          <p:nvPr/>
        </p:nvSpPr>
        <p:spPr>
          <a:xfrm>
            <a:off x="6305006" y="3604203"/>
            <a:ext cx="5394960" cy="10241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32DCD89E-1176-FFF0-D727-A3F2E530A822}"/>
              </a:ext>
            </a:extLst>
          </p:cNvPr>
          <p:cNvSpPr txBox="1"/>
          <p:nvPr/>
        </p:nvSpPr>
        <p:spPr>
          <a:xfrm>
            <a:off x="6533606" y="374136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06</a:t>
            </a:r>
            <a:endParaRPr lang="en-US" sz="20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C5E8F291-9C8B-BEDA-02E7-8AD735C76C7E}"/>
              </a:ext>
            </a:extLst>
          </p:cNvPr>
          <p:cNvSpPr txBox="1"/>
          <p:nvPr/>
        </p:nvSpPr>
        <p:spPr>
          <a:xfrm>
            <a:off x="6853646" y="3741363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E31E24"/>
                </a:solidFill>
              </a:rPr>
              <a:t>Assess </a:t>
            </a:r>
            <a:r>
              <a:rPr lang="en-US" sz="1600" dirty="0">
                <a:solidFill>
                  <a:srgbClr val="1F2933"/>
                </a:solidFill>
              </a:rPr>
              <a:t>doctor workload and room utilization</a:t>
            </a:r>
            <a:endParaRPr lang="en-US" sz="1600" dirty="0"/>
          </a:p>
        </p:txBody>
      </p:sp>
      <p:sp>
        <p:nvSpPr>
          <p:cNvPr id="32" name="Card">
            <a:extLst>
              <a:ext uri="{FF2B5EF4-FFF2-40B4-BE49-F238E27FC236}">
                <a16:creationId xmlns:a16="http://schemas.microsoft.com/office/drawing/2014/main" id="{45703427-3DBE-0990-337E-18509579708A}"/>
              </a:ext>
            </a:extLst>
          </p:cNvPr>
          <p:cNvSpPr/>
          <p:nvPr/>
        </p:nvSpPr>
        <p:spPr>
          <a:xfrm>
            <a:off x="6305006" y="4919400"/>
            <a:ext cx="5394960" cy="10241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8792F30A-DDAE-37BE-3110-93EEA3EF65FC}"/>
              </a:ext>
            </a:extLst>
          </p:cNvPr>
          <p:cNvSpPr txBox="1"/>
          <p:nvPr/>
        </p:nvSpPr>
        <p:spPr>
          <a:xfrm>
            <a:off x="6533606" y="50175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08</a:t>
            </a:r>
            <a:endParaRPr lang="en-US" sz="2000" dirty="0"/>
          </a:p>
        </p:txBody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FF7ECD73-DAF2-34D7-ADC3-61B74804FF9D}"/>
              </a:ext>
            </a:extLst>
          </p:cNvPr>
          <p:cNvSpPr txBox="1"/>
          <p:nvPr/>
        </p:nvSpPr>
        <p:spPr>
          <a:xfrm>
            <a:off x="6853646" y="5017556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E31E24"/>
                </a:solidFill>
              </a:rPr>
              <a:t>Derive </a:t>
            </a:r>
            <a:r>
              <a:rPr lang="en-US" sz="1600" dirty="0">
                <a:solidFill>
                  <a:srgbClr val="1F2933"/>
                </a:solidFill>
              </a:rPr>
              <a:t>insights with joins, aggregations, filtering and subqueries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50247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75D092-5864-A34E-8F08-83A27EDEFE19}"/>
              </a:ext>
            </a:extLst>
          </p:cNvPr>
          <p:cNvSpPr txBox="1"/>
          <p:nvPr/>
        </p:nvSpPr>
        <p:spPr>
          <a:xfrm>
            <a:off x="-4916" y="21331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Scenario</a:t>
            </a:r>
            <a:endParaRPr lang="en-IN" sz="3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54F97953-5703-BA2F-534A-0AC5CE798550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0B1A785-98B7-BBBE-8AC2-9BAAF9B6E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023" y="968059"/>
            <a:ext cx="10038121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  </a:t>
            </a:r>
            <a:r>
              <a:rPr lang="en-US" altLang="en-US" sz="1800" dirty="0">
                <a:latin typeface="Arial" panose="020B0604020202020204" pitchFamily="34" charset="0"/>
              </a:rPr>
              <a:t>To understand </a:t>
            </a:r>
            <a:r>
              <a:rPr lang="en-US" altLang="en-US" sz="1800" b="1" dirty="0">
                <a:latin typeface="Arial" panose="020B0604020202020204" pitchFamily="34" charset="0"/>
              </a:rPr>
              <a:t>patient demand and appointment patterns</a:t>
            </a:r>
            <a:r>
              <a:rPr lang="en-US" altLang="en-US" sz="1800" dirty="0">
                <a:latin typeface="Arial" panose="020B0604020202020204" pitchFamily="34" charset="0"/>
              </a:rPr>
              <a:t> across different cities and service      types.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To analyze patient </a:t>
            </a:r>
            <a:r>
              <a:rPr lang="en-US" altLang="en-US" sz="1800" dirty="0" err="1">
                <a:latin typeface="Arial" panose="020B0604020202020204" pitchFamily="34" charset="0"/>
              </a:rPr>
              <a:t>behaviour</a:t>
            </a:r>
            <a:r>
              <a:rPr lang="en-US" altLang="en-US" sz="1800" dirty="0">
                <a:latin typeface="Arial" panose="020B0604020202020204" pitchFamily="34" charset="0"/>
              </a:rPr>
              <a:t> and appointment activity for better </a:t>
            </a:r>
            <a:r>
              <a:rPr lang="en-US" altLang="en-US" sz="1800" b="1" dirty="0">
                <a:latin typeface="Arial" panose="020B0604020202020204" pitchFamily="34" charset="0"/>
              </a:rPr>
              <a:t>patient service planning.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To evaluate treatment performance based on </a:t>
            </a:r>
            <a:r>
              <a:rPr lang="en-US" altLang="en-US" sz="1800" b="1" dirty="0">
                <a:latin typeface="Arial" panose="020B0604020202020204" pitchFamily="34" charset="0"/>
              </a:rPr>
              <a:t>outcomes, waiting time, and treatment duration.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To assess </a:t>
            </a:r>
            <a:r>
              <a:rPr lang="en-US" altLang="en-US" sz="1800" b="1" dirty="0">
                <a:latin typeface="Arial" panose="020B0604020202020204" pitchFamily="34" charset="0"/>
              </a:rPr>
              <a:t>doctor workload and room utilization </a:t>
            </a:r>
            <a:r>
              <a:rPr lang="en-US" altLang="en-US" sz="1800" dirty="0">
                <a:latin typeface="Arial" panose="020B0604020202020204" pitchFamily="34" charset="0"/>
              </a:rPr>
              <a:t>for better resource management.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To identify </a:t>
            </a:r>
            <a:r>
              <a:rPr lang="en-US" altLang="en-US" sz="1800" b="1" dirty="0">
                <a:latin typeface="Arial" panose="020B0604020202020204" pitchFamily="34" charset="0"/>
              </a:rPr>
              <a:t>operational issues</a:t>
            </a:r>
            <a:r>
              <a:rPr lang="en-US" altLang="en-US" sz="1800" dirty="0">
                <a:latin typeface="Arial" panose="020B0604020202020204" pitchFamily="34" charset="0"/>
              </a:rPr>
              <a:t> such as cancellations, no-shows, rescheduling, and multiple treatment attempts.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To use SQL-based insights to support better </a:t>
            </a:r>
            <a:r>
              <a:rPr lang="en-US" altLang="en-US" sz="1800" b="1" dirty="0">
                <a:latin typeface="Arial" panose="020B0604020202020204" pitchFamily="34" charset="0"/>
              </a:rPr>
              <a:t>scheduling, staffing, and operational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976395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6551DD-2382-76F8-437E-3665390C1D24}"/>
              </a:ext>
            </a:extLst>
          </p:cNvPr>
          <p:cNvSpPr txBox="1"/>
          <p:nvPr/>
        </p:nvSpPr>
        <p:spPr>
          <a:xfrm>
            <a:off x="0" y="26162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FF0000"/>
                </a:solidFill>
                <a:latin typeface="Times New Roman"/>
                <a:ea typeface="Calibri" panose="020F0502020204030204" pitchFamily="34" charset="0"/>
                <a:cs typeface="Times New Roman"/>
              </a:rPr>
              <a:t>Dataset &amp; Database Overview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EC88611-04E6-42BC-6F84-B59B4BB25A5C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EF6C031-A3AE-694E-1B76-A7A4162B2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021" y="1153817"/>
            <a:ext cx="8435463" cy="3186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1800" b="1" dirty="0"/>
              <a:t>Synthetic hospital dataset</a:t>
            </a:r>
            <a:r>
              <a:rPr lang="en-IN" sz="1800" dirty="0"/>
              <a:t> with 5 relational tables. 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400 Patients | 3,000 Appointments | 3,500 Treatments | 80 Doctors | 50 Rooms</a:t>
            </a:r>
            <a:r>
              <a:rPr lang="en-IN" sz="1800" dirty="0"/>
              <a:t>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Data managed and </a:t>
            </a:r>
            <a:r>
              <a:rPr lang="en-IN" sz="1800" dirty="0" err="1"/>
              <a:t>analyzed</a:t>
            </a:r>
            <a:r>
              <a:rPr lang="en-IN" sz="1800" dirty="0"/>
              <a:t> using </a:t>
            </a:r>
            <a:r>
              <a:rPr lang="en-IN" sz="1800" b="1" dirty="0"/>
              <a:t>MySQL</a:t>
            </a:r>
            <a:r>
              <a:rPr lang="en-IN" sz="1800" dirty="0"/>
              <a:t>. 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Primary &amp; Foreign Keys</a:t>
            </a:r>
            <a:r>
              <a:rPr lang="en-IN" sz="1800" dirty="0"/>
              <a:t> connect the tables.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CSV data imported and verified before analysis.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Used SQL techniques like </a:t>
            </a:r>
            <a:r>
              <a:rPr lang="en-IN" sz="1800" b="1" dirty="0"/>
              <a:t>JOIN, GROUP BY, COUNT, SUM, and AVG</a:t>
            </a:r>
            <a:endParaRPr lang="en-IN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9E2A4E-AE5A-2550-144C-970075BA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438" y="3071395"/>
            <a:ext cx="3400466" cy="20724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8727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6101C5D3-BC98-3648-B684-8A6076D01647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CA42C4-BD51-02C3-F93B-130779102E44}"/>
              </a:ext>
            </a:extLst>
          </p:cNvPr>
          <p:cNvSpPr txBox="1">
            <a:spLocks/>
          </p:cNvSpPr>
          <p:nvPr/>
        </p:nvSpPr>
        <p:spPr>
          <a:xfrm>
            <a:off x="562897" y="303160"/>
            <a:ext cx="10515600" cy="6403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ER Diagram</a:t>
            </a:r>
            <a:endParaRPr lang="en-IN"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BA9DFA-D128-555E-C52A-E4CFE6E25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43522"/>
            <a:ext cx="10515600" cy="54267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Freeform 3">
            <a:extLst>
              <a:ext uri="{FF2B5EF4-FFF2-40B4-BE49-F238E27FC236}">
                <a16:creationId xmlns:a16="http://schemas.microsoft.com/office/drawing/2014/main" id="{82954D63-C4D6-915F-79C4-63F82F2B7948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140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977D975-68DC-8758-843A-523BCECFE86F}"/>
              </a:ext>
            </a:extLst>
          </p:cNvPr>
          <p:cNvSpPr txBox="1">
            <a:spLocks/>
          </p:cNvSpPr>
          <p:nvPr/>
        </p:nvSpPr>
        <p:spPr>
          <a:xfrm>
            <a:off x="838200" y="384347"/>
            <a:ext cx="10515600" cy="618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Objective-Based Analysis</a:t>
            </a: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6A765-01FF-4CF9-A635-BEB23652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05" y="1735082"/>
            <a:ext cx="5213569" cy="12682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EB3845-E77A-29EB-C35E-A5CD190B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348" y="3326458"/>
            <a:ext cx="2470369" cy="10564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6AB754-D837-14E7-A49D-B2C65B25954D}"/>
              </a:ext>
            </a:extLst>
          </p:cNvPr>
          <p:cNvSpPr txBox="1"/>
          <p:nvPr/>
        </p:nvSpPr>
        <p:spPr>
          <a:xfrm>
            <a:off x="1702348" y="4488789"/>
            <a:ext cx="7494095" cy="971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hospital database contains a total of </a:t>
            </a:r>
            <a:r>
              <a:rPr lang="en-IN" sz="2000" b="1" dirty="0"/>
              <a:t>400 patients</a:t>
            </a:r>
            <a:r>
              <a:rPr lang="en-IN" sz="2000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</a:t>
            </a:r>
            <a:r>
              <a:rPr lang="en-IN" sz="2000" b="1" dirty="0">
                <a:latin typeface="+mn-lt"/>
              </a:rPr>
              <a:t>COUNT(*)</a:t>
            </a:r>
            <a:r>
              <a:rPr lang="en-IN" sz="2000" b="1" dirty="0"/>
              <a:t> </a:t>
            </a:r>
            <a:r>
              <a:rPr lang="en-IN" sz="2000" dirty="0"/>
              <a:t>function counts all records in the </a:t>
            </a:r>
            <a:r>
              <a:rPr lang="en-IN" sz="2000" dirty="0">
                <a:latin typeface="+mn-lt"/>
              </a:rPr>
              <a:t>patients</a:t>
            </a:r>
            <a:r>
              <a:rPr lang="en-IN" sz="2000" dirty="0"/>
              <a:t> table.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BCA664-7189-B2E3-4C7B-AFA4CD28F052}"/>
              </a:ext>
            </a:extLst>
          </p:cNvPr>
          <p:cNvSpPr txBox="1"/>
          <p:nvPr/>
        </p:nvSpPr>
        <p:spPr>
          <a:xfrm>
            <a:off x="838200" y="98411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  <a:buNone/>
            </a:pPr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ea typeface="Calibri" panose="020F0502020204030204" pitchFamily="34" charset="0"/>
              </a:rPr>
              <a:t>3. </a:t>
            </a:r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n-lt"/>
                <a:ea typeface="Calibri" panose="020F0502020204030204" pitchFamily="34" charset="0"/>
              </a:rPr>
              <a:t> Basic Analysis / Data Exploration</a:t>
            </a:r>
            <a:endParaRPr lang="en-IN" sz="2000" b="1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D3258A25-D293-FC2B-4C92-5C8312449691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3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286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07AAFA-9D53-A484-C18A-8B521A3EA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72" y="1053093"/>
            <a:ext cx="5274747" cy="19467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829E28-7721-1CEA-1E42-7B832A9A0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276" y="3858207"/>
            <a:ext cx="3972858" cy="1946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Freeform 3">
            <a:extLst>
              <a:ext uri="{FF2B5EF4-FFF2-40B4-BE49-F238E27FC236}">
                <a16:creationId xmlns:a16="http://schemas.microsoft.com/office/drawing/2014/main" id="{6A19EC6C-30AF-C9AE-9162-53EA0CFE638F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BFF723-5A07-3F7E-4E19-FD01DD147F04}"/>
              </a:ext>
            </a:extLst>
          </p:cNvPr>
          <p:cNvSpPr txBox="1"/>
          <p:nvPr/>
        </p:nvSpPr>
        <p:spPr>
          <a:xfrm>
            <a:off x="6651172" y="1648231"/>
            <a:ext cx="5274747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Consultation has the </a:t>
            </a:r>
            <a:r>
              <a:rPr lang="en-IN" b="1" dirty="0"/>
              <a:t>highest appointment </a:t>
            </a:r>
            <a:r>
              <a:rPr lang="en-IN" dirty="0"/>
              <a:t>volume, with </a:t>
            </a:r>
            <a:r>
              <a:rPr lang="en-IN" b="1" dirty="0"/>
              <a:t>1,183 appointments.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Diagnostic Test ranks second with </a:t>
            </a:r>
            <a:r>
              <a:rPr lang="en-IN" b="1" dirty="0"/>
              <a:t>627.</a:t>
            </a:r>
            <a:r>
              <a:rPr lang="en-IN" dirty="0"/>
              <a:t> appointments, followed by Follow-up with </a:t>
            </a:r>
            <a:r>
              <a:rPr lang="en-IN" b="1" dirty="0"/>
              <a:t>539.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Procedure accounts for </a:t>
            </a:r>
            <a:r>
              <a:rPr lang="en-IN" b="1" dirty="0"/>
              <a:t>439 appointments</a:t>
            </a:r>
            <a:r>
              <a:rPr lang="en-IN" dirty="0"/>
              <a:t>, while Emergency Care has the lowest count at </a:t>
            </a:r>
            <a:r>
              <a:rPr lang="en-IN" b="1" dirty="0"/>
              <a:t>212 appointments.</a:t>
            </a:r>
          </a:p>
        </p:txBody>
      </p:sp>
    </p:spTree>
    <p:extLst>
      <p:ext uri="{BB962C8B-B14F-4D97-AF65-F5344CB8AC3E}">
        <p14:creationId xmlns:p14="http://schemas.microsoft.com/office/powerpoint/2010/main" val="2743990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3">
            <a:extLst>
              <a:ext uri="{FF2B5EF4-FFF2-40B4-BE49-F238E27FC236}">
                <a16:creationId xmlns:a16="http://schemas.microsoft.com/office/drawing/2014/main" id="{51FD32EC-2A4F-4BE5-CFCE-741DD3F2C7B3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3"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46AA8C-0B14-82E7-A38B-AC08B0E78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64" y="1030951"/>
            <a:ext cx="4560540" cy="28964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EBA038-41E2-0F3A-9F03-6BCE33E20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376" y="4028068"/>
            <a:ext cx="3434586" cy="20948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A6EB81-D16B-F675-DCCD-C7DFE3F99FA8}"/>
              </a:ext>
            </a:extLst>
          </p:cNvPr>
          <p:cNvSpPr txBox="1"/>
          <p:nvPr/>
        </p:nvSpPr>
        <p:spPr>
          <a:xfrm>
            <a:off x="701798" y="5609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  <a:buNone/>
            </a:pPr>
            <a:r>
              <a:rPr lang="en-IN" sz="18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n-lt"/>
                <a:ea typeface="Calibri" panose="020F0502020204030204" pitchFamily="34" charset="0"/>
              </a:rPr>
              <a:t>4.1 Understand Patient and Appointment Demand</a:t>
            </a:r>
            <a:endParaRPr lang="en-IN" sz="1300" b="1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03DF4-9489-DF6B-1BAA-BD964E903F8C}"/>
              </a:ext>
            </a:extLst>
          </p:cNvPr>
          <p:cNvSpPr txBox="1"/>
          <p:nvPr/>
        </p:nvSpPr>
        <p:spPr>
          <a:xfrm>
            <a:off x="5838733" y="1696455"/>
            <a:ext cx="6096000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Kochi has the highest appointment volume with </a:t>
            </a:r>
            <a:r>
              <a:rPr lang="en-IN" b="1" dirty="0"/>
              <a:t>440 appointments.</a:t>
            </a:r>
            <a:endParaRPr lang="en-IN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Mumbai is second with </a:t>
            </a:r>
            <a:r>
              <a:rPr lang="en-IN" b="1" dirty="0"/>
              <a:t>393 appointments</a:t>
            </a:r>
            <a:r>
              <a:rPr lang="en-IN" dirty="0"/>
              <a:t>, followed by Chennai with </a:t>
            </a:r>
            <a:r>
              <a:rPr lang="en-IN" b="1" dirty="0"/>
              <a:t>386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Pune has the lowest appointment count among the displayed cities, with </a:t>
            </a:r>
            <a:r>
              <a:rPr lang="en-IN" b="1" dirty="0"/>
              <a:t>334 appointments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variation indicates different levels of patient demand across cities.</a:t>
            </a: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B2744E1F-8138-8935-E5A4-DAAC12D79FCE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3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0812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9F44AD-452B-9394-0A10-9855BA6F3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79" y="684773"/>
            <a:ext cx="6082799" cy="32636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790F31-A0AC-CC8D-559A-8330A9105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24" y="4058826"/>
            <a:ext cx="3887999" cy="2341275"/>
          </a:xfrm>
          <a:prstGeom prst="rect">
            <a:avLst/>
          </a:prstGeom>
        </p:spPr>
      </p:pic>
      <p:sp>
        <p:nvSpPr>
          <p:cNvPr id="7" name="Freeform 3">
            <a:extLst>
              <a:ext uri="{FF2B5EF4-FFF2-40B4-BE49-F238E27FC236}">
                <a16:creationId xmlns:a16="http://schemas.microsoft.com/office/drawing/2014/main" id="{7ED88940-F009-C79B-5E34-9A068BDE4241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FADD71-6F42-7DD1-716B-9DC7FE8555CE}"/>
              </a:ext>
            </a:extLst>
          </p:cNvPr>
          <p:cNvSpPr txBox="1"/>
          <p:nvPr/>
        </p:nvSpPr>
        <p:spPr>
          <a:xfrm>
            <a:off x="5607091" y="1363144"/>
            <a:ext cx="6093372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Consultation has the highest appointment volume, with </a:t>
            </a:r>
            <a:r>
              <a:rPr lang="en-IN" b="1" dirty="0"/>
              <a:t>1,183 appointments.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Diagnostic Test ranks second, with </a:t>
            </a:r>
            <a:r>
              <a:rPr lang="en-IN" b="1" dirty="0"/>
              <a:t>627 appointments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Emergency Care has the lowest appointment count among the displayed service types, </a:t>
            </a:r>
            <a:r>
              <a:rPr lang="en-IN" b="1" dirty="0"/>
              <a:t>with 212 appointments.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Routine appointments are the most common across all service types, </a:t>
            </a:r>
            <a:r>
              <a:rPr lang="en-IN" b="1" dirty="0"/>
              <a:t>indicating higher demand for routine healthcare services.</a:t>
            </a:r>
          </a:p>
        </p:txBody>
      </p:sp>
    </p:spTree>
    <p:extLst>
      <p:ext uri="{BB962C8B-B14F-4D97-AF65-F5344CB8AC3E}">
        <p14:creationId xmlns:p14="http://schemas.microsoft.com/office/powerpoint/2010/main" val="3467389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3">
            <a:extLst>
              <a:ext uri="{FF2B5EF4-FFF2-40B4-BE49-F238E27FC236}">
                <a16:creationId xmlns:a16="http://schemas.microsoft.com/office/drawing/2014/main" id="{9ABAEFE2-82B7-1099-6AE1-9622F0BDB2BA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833C76-D644-C1DF-44E5-379099A9E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29" y="900513"/>
            <a:ext cx="5850054" cy="29537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8144A0-FAAD-28B7-3653-F657C4BAA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29" y="3854246"/>
            <a:ext cx="4866968" cy="25367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91AAE0-AB00-2AC1-C35B-B7FBE723E7DE}"/>
              </a:ext>
            </a:extLst>
          </p:cNvPr>
          <p:cNvSpPr txBox="1"/>
          <p:nvPr/>
        </p:nvSpPr>
        <p:spPr>
          <a:xfrm>
            <a:off x="535858" y="334841"/>
            <a:ext cx="8648700" cy="392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IN" sz="18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4.2 Understand Patient Appointment Behaviour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A1FB1-B5AB-74C9-A51F-CC03ADFDA193}"/>
              </a:ext>
            </a:extLst>
          </p:cNvPr>
          <p:cNvSpPr txBox="1"/>
          <p:nvPr/>
        </p:nvSpPr>
        <p:spPr>
          <a:xfrm>
            <a:off x="5968180" y="1429081"/>
            <a:ext cx="5919019" cy="3408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P0216 has the </a:t>
            </a:r>
            <a:r>
              <a:rPr lang="en-IN" b="1" dirty="0"/>
              <a:t>highest cumulative estimated value (81,348.37)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query identifies the </a:t>
            </a:r>
            <a:r>
              <a:rPr lang="en-IN" b="1" dirty="0"/>
              <a:t>top 10 patients</a:t>
            </a:r>
            <a:r>
              <a:rPr lang="en-IN" dirty="0"/>
              <a:t> by estimated appointment value.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Higher values indicate patients with greater cumulative estimated appointment costs.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This helps understand </a:t>
            </a:r>
            <a:r>
              <a:rPr lang="en-IN" b="1" dirty="0"/>
              <a:t>patient-level appointment value patterns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0300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DA6351D-20C2-7445-4EA3-010710A7CC07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B58E21-2185-FE35-F5AB-C6C59CBD4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249" y="619181"/>
            <a:ext cx="6403910" cy="31658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BC2398-7D42-1842-434E-7ECDE6099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249" y="4028031"/>
            <a:ext cx="4187284" cy="17977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FDF12B-C9CC-2B38-DBA0-306BAAF3503E}"/>
              </a:ext>
            </a:extLst>
          </p:cNvPr>
          <p:cNvSpPr txBox="1"/>
          <p:nvPr/>
        </p:nvSpPr>
        <p:spPr>
          <a:xfrm>
            <a:off x="5472784" y="1698287"/>
            <a:ext cx="6096000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query identifies patients with </a:t>
            </a:r>
            <a:r>
              <a:rPr lang="en-IN" b="1" dirty="0"/>
              <a:t>exactly one appointment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P0060, P0142, and P0245 are examples from the output.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These patients represent </a:t>
            </a:r>
            <a:r>
              <a:rPr lang="en-IN" b="1" dirty="0"/>
              <a:t>single-appointment activity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result helps </a:t>
            </a:r>
            <a:r>
              <a:rPr lang="en-IN" dirty="0" err="1"/>
              <a:t>analyze</a:t>
            </a:r>
            <a:r>
              <a:rPr lang="en-IN" dirty="0"/>
              <a:t> </a:t>
            </a:r>
            <a:r>
              <a:rPr lang="en-IN" b="1" dirty="0"/>
              <a:t>patient engagement and booking behaviour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7464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3">
            <a:extLst>
              <a:ext uri="{FF2B5EF4-FFF2-40B4-BE49-F238E27FC236}">
                <a16:creationId xmlns:a16="http://schemas.microsoft.com/office/drawing/2014/main" id="{40E72A3C-3FD9-BAAA-56B4-BD9F17335B20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DEA14-C637-E085-0B5F-9C78D668246B}"/>
              </a:ext>
            </a:extLst>
          </p:cNvPr>
          <p:cNvSpPr txBox="1"/>
          <p:nvPr/>
        </p:nvSpPr>
        <p:spPr>
          <a:xfrm>
            <a:off x="668453" y="6582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  <a:buNone/>
            </a:pPr>
            <a:r>
              <a:rPr lang="en-IN" sz="18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n-lt"/>
                <a:ea typeface="Calibri" panose="020F0502020204030204" pitchFamily="34" charset="0"/>
              </a:rPr>
              <a:t>4.3 Evaluate Treatment Performance</a:t>
            </a:r>
            <a:endParaRPr lang="en-IN" sz="1300" b="1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11340A-8ABF-0A39-A852-1CF580E21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53" y="1241523"/>
            <a:ext cx="6096000" cy="24580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7A247D-032A-1ED1-A11A-2CADF9E7A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53" y="4617520"/>
            <a:ext cx="7408716" cy="5014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A8F377-1AD5-BFB4-3E01-84E582132D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105" y="4617520"/>
            <a:ext cx="1370442" cy="5014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0185C2-DE25-B556-C3BE-81797DADFEEC}"/>
              </a:ext>
            </a:extLst>
          </p:cNvPr>
          <p:cNvSpPr txBox="1"/>
          <p:nvPr/>
        </p:nvSpPr>
        <p:spPr>
          <a:xfrm>
            <a:off x="6370476" y="1157442"/>
            <a:ext cx="5600699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average treatment duration is </a:t>
            </a:r>
            <a:r>
              <a:rPr lang="en-IN" b="1" dirty="0"/>
              <a:t>38.72 minutes</a:t>
            </a:r>
            <a:r>
              <a:rPr lang="en-IN" dirty="0"/>
              <a:t>, while the average waiting time is </a:t>
            </a:r>
            <a:r>
              <a:rPr lang="en-IN" b="1" dirty="0"/>
              <a:t>15.62 minutes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minimum treatment duration is </a:t>
            </a:r>
            <a:r>
              <a:rPr lang="en-IN" b="1" dirty="0"/>
              <a:t>5 minutes</a:t>
            </a:r>
            <a:r>
              <a:rPr lang="en-IN" dirty="0"/>
              <a:t>, and the maximum is </a:t>
            </a:r>
            <a:r>
              <a:rPr lang="en-IN" b="1" dirty="0"/>
              <a:t>173 minutes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Waiting time ranges from </a:t>
            </a:r>
            <a:r>
              <a:rPr lang="en-IN" b="1" dirty="0"/>
              <a:t>0 to 90 minutes.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These insights help evaluate patient waiting times and treatment efficiency in hospital operations.</a:t>
            </a:r>
          </a:p>
        </p:txBody>
      </p:sp>
    </p:spTree>
    <p:extLst>
      <p:ext uri="{BB962C8B-B14F-4D97-AF65-F5344CB8AC3E}">
        <p14:creationId xmlns:p14="http://schemas.microsoft.com/office/powerpoint/2010/main" val="2712652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3">
            <a:extLst>
              <a:ext uri="{FF2B5EF4-FFF2-40B4-BE49-F238E27FC236}">
                <a16:creationId xmlns:a16="http://schemas.microsoft.com/office/drawing/2014/main" id="{D7144D14-EA53-0AA9-10C0-21FE8AEA2D30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5EFFC8-680A-E6D8-A61C-A6FF7BC53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24" y="534842"/>
            <a:ext cx="7156241" cy="3113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1F6F5D-64F1-01FA-9AD2-C9270D1AF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254" y="3789905"/>
            <a:ext cx="3989203" cy="19048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44D8CE-33AD-F2D4-1553-E3B1C15A109D}"/>
              </a:ext>
            </a:extLst>
          </p:cNvPr>
          <p:cNvSpPr txBox="1"/>
          <p:nvPr/>
        </p:nvSpPr>
        <p:spPr>
          <a:xfrm>
            <a:off x="5744221" y="1579205"/>
            <a:ext cx="6096000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Observation rooms have the highest usage (902 treatments).</a:t>
            </a:r>
            <a:endParaRPr lang="en-IN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Consultation rooms are the second most frequently used.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Procedure rooms have the lowest usage among the listed types.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result helps understand </a:t>
            </a:r>
            <a:r>
              <a:rPr lang="en-IN" b="1" dirty="0"/>
              <a:t>room utilization and resource demand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6242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9">
            <a:extLst>
              <a:ext uri="{FF2B5EF4-FFF2-40B4-BE49-F238E27FC236}">
                <a16:creationId xmlns:a16="http://schemas.microsoft.com/office/drawing/2014/main" id="{5240EB5E-9123-B200-FADB-885CF70DD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239"/>
            <a:ext cx="65" cy="456479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571A71D6-30B5-15A1-98A2-D1F431D9C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346"/>
            <a:ext cx="18473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92" name="Picture 20">
            <a:extLst>
              <a:ext uri="{FF2B5EF4-FFF2-40B4-BE49-F238E27FC236}">
                <a16:creationId xmlns:a16="http://schemas.microsoft.com/office/drawing/2014/main" id="{4F2152D3-EB3A-2EF9-2BB3-F4504A81B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-56594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3" name="Picture 21">
            <a:extLst>
              <a:ext uri="{FF2B5EF4-FFF2-40B4-BE49-F238E27FC236}">
                <a16:creationId xmlns:a16="http://schemas.microsoft.com/office/drawing/2014/main" id="{A6A3F78C-4D0A-C5C8-BB64-EAFD566C3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-41354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>
            <a:extLst>
              <a:ext uri="{FF2B5EF4-FFF2-40B4-BE49-F238E27FC236}">
                <a16:creationId xmlns:a16="http://schemas.microsoft.com/office/drawing/2014/main" id="{A7056C03-0B10-CDDD-9137-567D6063A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-24288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5" name="Picture 23">
            <a:extLst>
              <a:ext uri="{FF2B5EF4-FFF2-40B4-BE49-F238E27FC236}">
                <a16:creationId xmlns:a16="http://schemas.microsoft.com/office/drawing/2014/main" id="{5FF5ABEF-CDB5-8267-5B85-191B63E75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6508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>
            <a:extLst>
              <a:ext uri="{FF2B5EF4-FFF2-40B4-BE49-F238E27FC236}">
                <a16:creationId xmlns:a16="http://schemas.microsoft.com/office/drawing/2014/main" id="{57385040-E16F-1CA0-81D0-3F384F6A7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21748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7" name="Picture 25">
            <a:extLst>
              <a:ext uri="{FF2B5EF4-FFF2-40B4-BE49-F238E27FC236}">
                <a16:creationId xmlns:a16="http://schemas.microsoft.com/office/drawing/2014/main" id="{D11B8FC4-86E5-0977-A517-91D3B9FF6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38814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3">
            <a:extLst>
              <a:ext uri="{FF2B5EF4-FFF2-40B4-BE49-F238E27FC236}">
                <a16:creationId xmlns:a16="http://schemas.microsoft.com/office/drawing/2014/main" id="{34F58778-CEDC-C82C-1450-8E7CFA67735A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197EE4-AC4C-C787-6799-2D60F864A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90" y="959435"/>
            <a:ext cx="5138481" cy="3625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CF065A-C978-7DAC-8317-08FDE1969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0084" y="3890963"/>
            <a:ext cx="3493167" cy="26455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5ABE12-0967-D13D-AC92-8274A50C4D2E}"/>
              </a:ext>
            </a:extLst>
          </p:cNvPr>
          <p:cNvSpPr txBox="1"/>
          <p:nvPr/>
        </p:nvSpPr>
        <p:spPr>
          <a:xfrm>
            <a:off x="747251" y="5257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  <a:buNone/>
            </a:pPr>
            <a:r>
              <a:rPr lang="en-IN" sz="18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n-lt"/>
                <a:ea typeface="Calibri" panose="020F0502020204030204" pitchFamily="34" charset="0"/>
              </a:rPr>
              <a:t>4.4 Understand Doctor and Room Performance</a:t>
            </a:r>
            <a:endParaRPr lang="en-IN" sz="1300" b="1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64DCD-FC13-DA47-4655-BD076EF3430C}"/>
              </a:ext>
            </a:extLst>
          </p:cNvPr>
          <p:cNvSpPr txBox="1"/>
          <p:nvPr/>
        </p:nvSpPr>
        <p:spPr>
          <a:xfrm>
            <a:off x="6735094" y="845066"/>
            <a:ext cx="5138481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Dr. Doctor_080 has the </a:t>
            </a:r>
            <a:r>
              <a:rPr lang="en-IN" b="1" dirty="0"/>
              <a:t>highest displayed treatment count (66)</a:t>
            </a:r>
            <a:r>
              <a:rPr lang="en-IN" dirty="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output compares doctor workload across specialties.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Doctor ratings are displayed along with treatment assignments.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analysis helps understand </a:t>
            </a:r>
            <a:r>
              <a:rPr lang="en-IN" b="1" dirty="0"/>
              <a:t>doctor workload distribution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5960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C327DBF-3DD6-937B-C8D7-8B3FA1CD8BB7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BAEA61-D2F8-DA71-1CC2-DECBE76A4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15" y="1167134"/>
            <a:ext cx="5358685" cy="25453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337230-5877-4F70-32E8-EB647D9E8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55" y="3848669"/>
            <a:ext cx="3730768" cy="16765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B01282-79C0-5861-85FF-AD6756475F90}"/>
              </a:ext>
            </a:extLst>
          </p:cNvPr>
          <p:cNvSpPr txBox="1"/>
          <p:nvPr/>
        </p:nvSpPr>
        <p:spPr>
          <a:xfrm>
            <a:off x="629160" y="5338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  <a:buNone/>
            </a:pPr>
            <a:r>
              <a:rPr lang="en-IN" sz="18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n-lt"/>
                <a:ea typeface="Calibri" panose="020F0502020204030204" pitchFamily="34" charset="0"/>
              </a:rPr>
              <a:t>4.5 Identify Treatment and Appointment Problems</a:t>
            </a:r>
            <a:endParaRPr lang="en-IN" sz="1300" b="1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EC7B5-2E20-A4E3-33D8-6564888FC573}"/>
              </a:ext>
            </a:extLst>
          </p:cNvPr>
          <p:cNvSpPr txBox="1"/>
          <p:nvPr/>
        </p:nvSpPr>
        <p:spPr>
          <a:xfrm>
            <a:off x="6508955" y="1431111"/>
            <a:ext cx="5683045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Rescheduled cases are highest (366)</a:t>
            </a:r>
            <a:r>
              <a:rPr lang="en-IN" dirty="0"/>
              <a:t> among the identified problem statuses.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Cancelled cases total </a:t>
            </a:r>
            <a:r>
              <a:rPr lang="en-IN" b="1" dirty="0"/>
              <a:t>283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No-Show cases total </a:t>
            </a:r>
            <a:r>
              <a:rPr lang="en-IN" b="1" dirty="0"/>
              <a:t>251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These patterns highlight areas for </a:t>
            </a:r>
            <a:r>
              <a:rPr lang="en-IN" b="1" dirty="0"/>
              <a:t>better appointment management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4466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6BB22B-7FD8-997D-83B5-7E6948811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90" y="792646"/>
            <a:ext cx="6493791" cy="28602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D07396-8CA0-CC15-4411-7700C0286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785" y="1072666"/>
            <a:ext cx="3244428" cy="26894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0EA63ACF-D4BA-1B05-F90C-AFD62387C29B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8E154F-5343-A120-D722-57CEAF6221A6}"/>
              </a:ext>
            </a:extLst>
          </p:cNvPr>
          <p:cNvSpPr txBox="1"/>
          <p:nvPr/>
        </p:nvSpPr>
        <p:spPr>
          <a:xfrm>
            <a:off x="1152618" y="4070954"/>
            <a:ext cx="7002337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D033 recorded the highest cancellations (9)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D035 and D029 follow with </a:t>
            </a:r>
            <a:r>
              <a:rPr lang="en-IN" b="1" dirty="0"/>
              <a:t>8 cancellations each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Several doctors have cancellation counts between </a:t>
            </a:r>
            <a:r>
              <a:rPr lang="en-IN" b="1" dirty="0"/>
              <a:t>6 and 7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output helps identify </a:t>
            </a:r>
            <a:r>
              <a:rPr lang="en-IN" b="1" dirty="0"/>
              <a:t>cancellation patterns by doctor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3796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6D06DB0-8268-9C58-44F4-F2F48829666B}"/>
              </a:ext>
            </a:extLst>
          </p:cNvPr>
          <p:cNvSpPr txBox="1">
            <a:spLocks/>
          </p:cNvSpPr>
          <p:nvPr/>
        </p:nvSpPr>
        <p:spPr>
          <a:xfrm>
            <a:off x="838200" y="267417"/>
            <a:ext cx="10515600" cy="4798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Key Findings</a:t>
            </a:r>
          </a:p>
        </p:txBody>
      </p:sp>
      <p:sp>
        <p:nvSpPr>
          <p:cNvPr id="4" name="Card">
            <a:extLst>
              <a:ext uri="{FF2B5EF4-FFF2-40B4-BE49-F238E27FC236}">
                <a16:creationId xmlns:a16="http://schemas.microsoft.com/office/drawing/2014/main" id="{A038A9AC-09F9-4619-1F5C-2633E511FA1A}"/>
              </a:ext>
            </a:extLst>
          </p:cNvPr>
          <p:cNvSpPr/>
          <p:nvPr/>
        </p:nvSpPr>
        <p:spPr>
          <a:xfrm>
            <a:off x="641604" y="1165860"/>
            <a:ext cx="5394960" cy="14173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94020FCD-E75C-1410-13C4-C857B8D1E830}"/>
              </a:ext>
            </a:extLst>
          </p:cNvPr>
          <p:cNvSpPr txBox="1"/>
          <p:nvPr/>
        </p:nvSpPr>
        <p:spPr>
          <a:xfrm>
            <a:off x="870204" y="1303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7E7F022-6D8C-79CF-08D1-1E70088D051E}"/>
              </a:ext>
            </a:extLst>
          </p:cNvPr>
          <p:cNvSpPr txBox="1"/>
          <p:nvPr/>
        </p:nvSpPr>
        <p:spPr>
          <a:xfrm>
            <a:off x="1190244" y="130302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Patient demand varies across cities, service types, priorities and booking channels.</a:t>
            </a:r>
            <a:endParaRPr lang="en-US" sz="1600" dirty="0"/>
          </a:p>
        </p:txBody>
      </p:sp>
      <p:sp>
        <p:nvSpPr>
          <p:cNvPr id="7" name="Card">
            <a:extLst>
              <a:ext uri="{FF2B5EF4-FFF2-40B4-BE49-F238E27FC236}">
                <a16:creationId xmlns:a16="http://schemas.microsoft.com/office/drawing/2014/main" id="{A80B2A09-2F05-7EC6-9C27-19C7148B17F7}"/>
              </a:ext>
            </a:extLst>
          </p:cNvPr>
          <p:cNvSpPr/>
          <p:nvPr/>
        </p:nvSpPr>
        <p:spPr>
          <a:xfrm>
            <a:off x="6155436" y="1165860"/>
            <a:ext cx="5394960" cy="14173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BB026AB4-2C1B-3441-1409-AF85573D356D}"/>
              </a:ext>
            </a:extLst>
          </p:cNvPr>
          <p:cNvSpPr txBox="1"/>
          <p:nvPr/>
        </p:nvSpPr>
        <p:spPr>
          <a:xfrm>
            <a:off x="6384036" y="1303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02</a:t>
            </a:r>
            <a:endParaRPr lang="en-US" sz="2000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6341D153-EE0F-9273-AD47-FD93C9C8039F}"/>
              </a:ext>
            </a:extLst>
          </p:cNvPr>
          <p:cNvSpPr txBox="1"/>
          <p:nvPr/>
        </p:nvSpPr>
        <p:spPr>
          <a:xfrm>
            <a:off x="6704076" y="130302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Patient behaviour differs by patient type, appointment frequency and booking pattern.</a:t>
            </a:r>
            <a:endParaRPr lang="en-US" sz="1600" dirty="0"/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2D05844D-2298-8218-3D9D-A70D48BB5BEB}"/>
              </a:ext>
            </a:extLst>
          </p:cNvPr>
          <p:cNvSpPr/>
          <p:nvPr/>
        </p:nvSpPr>
        <p:spPr>
          <a:xfrm>
            <a:off x="641604" y="2720340"/>
            <a:ext cx="5394960" cy="14173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FD6D83B2-C63E-7852-443E-F802FA0EA5A2}"/>
              </a:ext>
            </a:extLst>
          </p:cNvPr>
          <p:cNvSpPr txBox="1"/>
          <p:nvPr/>
        </p:nvSpPr>
        <p:spPr>
          <a:xfrm>
            <a:off x="870204" y="28575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03</a:t>
            </a:r>
            <a:endParaRPr lang="en-US" sz="2000" dirty="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B57B5A5B-F3AD-14EE-CD3A-692BC5E37FA4}"/>
              </a:ext>
            </a:extLst>
          </p:cNvPr>
          <p:cNvSpPr txBox="1"/>
          <p:nvPr/>
        </p:nvSpPr>
        <p:spPr>
          <a:xfrm>
            <a:off x="1190244" y="285750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Appointment performance varies by waiting time, priority, status and service type.</a:t>
            </a:r>
            <a:endParaRPr lang="en-US" sz="1600" dirty="0"/>
          </a:p>
        </p:txBody>
      </p:sp>
      <p:sp>
        <p:nvSpPr>
          <p:cNvPr id="13" name="Card">
            <a:extLst>
              <a:ext uri="{FF2B5EF4-FFF2-40B4-BE49-F238E27FC236}">
                <a16:creationId xmlns:a16="http://schemas.microsoft.com/office/drawing/2014/main" id="{13AC177D-48D0-690B-84BE-68C1B0D45E6F}"/>
              </a:ext>
            </a:extLst>
          </p:cNvPr>
          <p:cNvSpPr/>
          <p:nvPr/>
        </p:nvSpPr>
        <p:spPr>
          <a:xfrm>
            <a:off x="6155436" y="2720340"/>
            <a:ext cx="5394960" cy="14173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1FCEC6C4-4026-FC7A-8EB5-FCBEFD81DBA0}"/>
              </a:ext>
            </a:extLst>
          </p:cNvPr>
          <p:cNvSpPr txBox="1"/>
          <p:nvPr/>
        </p:nvSpPr>
        <p:spPr>
          <a:xfrm>
            <a:off x="6384036" y="28575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04</a:t>
            </a:r>
            <a:endParaRPr lang="en-US" sz="2000" dirty="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E5BC13F6-26A5-D3C0-8665-84445AF0B01A}"/>
              </a:ext>
            </a:extLst>
          </p:cNvPr>
          <p:cNvSpPr txBox="1"/>
          <p:nvPr/>
        </p:nvSpPr>
        <p:spPr>
          <a:xfrm>
            <a:off x="6704076" y="285750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Doctor workload varies across specialties, appointments and treatment assignments.</a:t>
            </a:r>
            <a:endParaRPr lang="en-US" sz="1600" dirty="0"/>
          </a:p>
        </p:txBody>
      </p:sp>
      <p:sp>
        <p:nvSpPr>
          <p:cNvPr id="16" name="Card">
            <a:extLst>
              <a:ext uri="{FF2B5EF4-FFF2-40B4-BE49-F238E27FC236}">
                <a16:creationId xmlns:a16="http://schemas.microsoft.com/office/drawing/2014/main" id="{3D3D17A1-B58D-C5B0-331B-5F888FB3A59F}"/>
              </a:ext>
            </a:extLst>
          </p:cNvPr>
          <p:cNvSpPr/>
          <p:nvPr/>
        </p:nvSpPr>
        <p:spPr>
          <a:xfrm>
            <a:off x="641604" y="4274820"/>
            <a:ext cx="5394960" cy="14173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23">
            <a:extLst>
              <a:ext uri="{FF2B5EF4-FFF2-40B4-BE49-F238E27FC236}">
                <a16:creationId xmlns:a16="http://schemas.microsoft.com/office/drawing/2014/main" id="{85FF5AE8-4F96-52B8-DB80-B405DBCAAEE6}"/>
              </a:ext>
            </a:extLst>
          </p:cNvPr>
          <p:cNvSpPr txBox="1"/>
          <p:nvPr/>
        </p:nvSpPr>
        <p:spPr>
          <a:xfrm>
            <a:off x="870204" y="44119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05</a:t>
            </a:r>
            <a:endParaRPr lang="en-US" sz="2000" dirty="0"/>
          </a:p>
        </p:txBody>
      </p:sp>
      <p:sp>
        <p:nvSpPr>
          <p:cNvPr id="18" name="Text 24">
            <a:extLst>
              <a:ext uri="{FF2B5EF4-FFF2-40B4-BE49-F238E27FC236}">
                <a16:creationId xmlns:a16="http://schemas.microsoft.com/office/drawing/2014/main" id="{ADBFA46D-F609-C4B9-CB8E-E4E45680C64C}"/>
              </a:ext>
            </a:extLst>
          </p:cNvPr>
          <p:cNvSpPr txBox="1"/>
          <p:nvPr/>
        </p:nvSpPr>
        <p:spPr>
          <a:xfrm>
            <a:off x="1190244" y="44119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Cancellations, no-shows and rescheduling show where appointment management can improve.</a:t>
            </a:r>
            <a:endParaRPr lang="en-US" sz="1600" dirty="0"/>
          </a:p>
        </p:txBody>
      </p:sp>
      <p:sp>
        <p:nvSpPr>
          <p:cNvPr id="19" name="Card">
            <a:extLst>
              <a:ext uri="{FF2B5EF4-FFF2-40B4-BE49-F238E27FC236}">
                <a16:creationId xmlns:a16="http://schemas.microsoft.com/office/drawing/2014/main" id="{4B14AB41-A34F-A7E8-F483-C54A35EC775D}"/>
              </a:ext>
            </a:extLst>
          </p:cNvPr>
          <p:cNvSpPr/>
          <p:nvPr/>
        </p:nvSpPr>
        <p:spPr>
          <a:xfrm>
            <a:off x="6155436" y="4274820"/>
            <a:ext cx="5394960" cy="14173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27">
            <a:extLst>
              <a:ext uri="{FF2B5EF4-FFF2-40B4-BE49-F238E27FC236}">
                <a16:creationId xmlns:a16="http://schemas.microsoft.com/office/drawing/2014/main" id="{192B070B-6756-7462-9871-0231349C1384}"/>
              </a:ext>
            </a:extLst>
          </p:cNvPr>
          <p:cNvSpPr txBox="1"/>
          <p:nvPr/>
        </p:nvSpPr>
        <p:spPr>
          <a:xfrm>
            <a:off x="6384036" y="44119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E31E24"/>
                </a:solidFill>
              </a:rPr>
              <a:t>06</a:t>
            </a:r>
            <a:endParaRPr lang="en-US" sz="2000" dirty="0"/>
          </a:p>
        </p:txBody>
      </p:sp>
      <p:sp>
        <p:nvSpPr>
          <p:cNvPr id="21" name="Text 28">
            <a:extLst>
              <a:ext uri="{FF2B5EF4-FFF2-40B4-BE49-F238E27FC236}">
                <a16:creationId xmlns:a16="http://schemas.microsoft.com/office/drawing/2014/main" id="{2BB3E52E-ABDD-9001-690E-38D4186B8AD9}"/>
              </a:ext>
            </a:extLst>
          </p:cNvPr>
          <p:cNvSpPr txBox="1"/>
          <p:nvPr/>
        </p:nvSpPr>
        <p:spPr>
          <a:xfrm>
            <a:off x="6704076" y="44119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SQL analysis uncovers patterns that support better operations and resource management.</a:t>
            </a:r>
            <a:endParaRPr lang="en-US" sz="1600" dirty="0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82D2A107-E1F0-79CA-7738-7A29450DB101}"/>
              </a:ext>
            </a:extLst>
          </p:cNvPr>
          <p:cNvSpPr/>
          <p:nvPr/>
        </p:nvSpPr>
        <p:spPr>
          <a:xfrm>
            <a:off x="8653777" y="6119692"/>
            <a:ext cx="3538223" cy="738308"/>
          </a:xfrm>
          <a:custGeom>
            <a:avLst/>
            <a:gdLst/>
            <a:ahLst/>
            <a:cxnLst/>
            <a:rect l="l" t="t" r="r" b="b"/>
            <a:pathLst>
              <a:path w="6450838" h="1346073">
                <a:moveTo>
                  <a:pt x="0" y="0"/>
                </a:moveTo>
                <a:lnTo>
                  <a:pt x="6450838" y="0"/>
                </a:lnTo>
                <a:lnTo>
                  <a:pt x="6450838" y="1346073"/>
                </a:lnTo>
                <a:lnTo>
                  <a:pt x="0" y="1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3"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701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42BE63-FE0E-1239-57E0-C8238CBCB92E}"/>
              </a:ext>
            </a:extLst>
          </p:cNvPr>
          <p:cNvSpPr txBox="1"/>
          <p:nvPr/>
        </p:nvSpPr>
        <p:spPr>
          <a:xfrm>
            <a:off x="909484" y="961131"/>
            <a:ext cx="10373032" cy="46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Developed a </a:t>
            </a:r>
            <a:r>
              <a:rPr lang="en-IN" b="1" dirty="0"/>
              <a:t>relational healthcare database</a:t>
            </a:r>
            <a:r>
              <a:rPr lang="en-IN" dirty="0"/>
              <a:t> to manage patients, doctors, appointments, treatments, and rooms.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Used </a:t>
            </a:r>
            <a:r>
              <a:rPr lang="en-IN" b="1" dirty="0"/>
              <a:t>SQL analysis</a:t>
            </a:r>
            <a:r>
              <a:rPr lang="en-IN" dirty="0"/>
              <a:t> to identify important patterns in patient demand, appointments, treatments, and resource utilization.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Analyzed</a:t>
            </a:r>
            <a:r>
              <a:rPr lang="en-IN" dirty="0"/>
              <a:t> </a:t>
            </a:r>
            <a:r>
              <a:rPr lang="en-IN" b="1" dirty="0"/>
              <a:t>waiting times, treatment outcomes, cancellations, no-shows, and multiple treatment attempts</a:t>
            </a:r>
            <a:r>
              <a:rPr lang="en-IN" dirty="0"/>
              <a:t> to identify operational areas requiring attention.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project demonstrates how </a:t>
            </a:r>
            <a:r>
              <a:rPr lang="en-IN" b="1" dirty="0"/>
              <a:t>SQL can transform healthcare data into meaningful business insights</a:t>
            </a:r>
            <a:r>
              <a:rPr lang="en-IN" dirty="0"/>
              <a:t> for better operational planning.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analysis provides </a:t>
            </a:r>
            <a:r>
              <a:rPr lang="en-IN" b="1" dirty="0"/>
              <a:t>data-driven insights</a:t>
            </a:r>
            <a:r>
              <a:rPr lang="en-IN" dirty="0"/>
              <a:t> that can help improve </a:t>
            </a:r>
            <a:r>
              <a:rPr lang="en-IN" b="1" dirty="0"/>
              <a:t>appointment scheduling, resource allocation, and overall hospital operations.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307C4E9-7A2B-C819-360E-415E458E79CC}"/>
              </a:ext>
            </a:extLst>
          </p:cNvPr>
          <p:cNvSpPr txBox="1">
            <a:spLocks/>
          </p:cNvSpPr>
          <p:nvPr/>
        </p:nvSpPr>
        <p:spPr>
          <a:xfrm>
            <a:off x="838200" y="296914"/>
            <a:ext cx="10515600" cy="4798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88387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68C34B-9093-01D2-A0B5-4D6DDBEB0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824" y="1354777"/>
            <a:ext cx="7262351" cy="414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00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6683" y="2235468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2257322" y="2883186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5128</TotalTime>
  <Words>997</Words>
  <Application>Microsoft Office PowerPoint</Application>
  <PresentationFormat>Widescreen</PresentationFormat>
  <Paragraphs>118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Libre Baskerville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Mohit Chaudhari</cp:lastModifiedBy>
  <cp:revision>31</cp:revision>
  <dcterms:created xsi:type="dcterms:W3CDTF">2021-02-16T05:19:01Z</dcterms:created>
  <dcterms:modified xsi:type="dcterms:W3CDTF">2026-10-14T04:48:38Z</dcterms:modified>
</cp:coreProperties>
</file>